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9"/>
  </p:notesMasterIdLst>
  <p:sldIdLst>
    <p:sldId id="256" r:id="rId2"/>
    <p:sldId id="272" r:id="rId3"/>
    <p:sldId id="257" r:id="rId4"/>
    <p:sldId id="283" r:id="rId5"/>
    <p:sldId id="258" r:id="rId6"/>
    <p:sldId id="259" r:id="rId7"/>
    <p:sldId id="260" r:id="rId8"/>
    <p:sldId id="261" r:id="rId9"/>
    <p:sldId id="284" r:id="rId10"/>
    <p:sldId id="286" r:id="rId11"/>
    <p:sldId id="277" r:id="rId12"/>
    <p:sldId id="297" r:id="rId13"/>
    <p:sldId id="263" r:id="rId14"/>
    <p:sldId id="264" r:id="rId15"/>
    <p:sldId id="270" r:id="rId16"/>
    <p:sldId id="281" r:id="rId17"/>
    <p:sldId id="287" r:id="rId18"/>
    <p:sldId id="265" r:id="rId19"/>
    <p:sldId id="266" r:id="rId20"/>
    <p:sldId id="267" r:id="rId21"/>
    <p:sldId id="280" r:id="rId22"/>
    <p:sldId id="282" r:id="rId23"/>
    <p:sldId id="288" r:id="rId24"/>
    <p:sldId id="289" r:id="rId25"/>
    <p:sldId id="290" r:id="rId26"/>
    <p:sldId id="291" r:id="rId27"/>
    <p:sldId id="292" r:id="rId28"/>
    <p:sldId id="295" r:id="rId29"/>
    <p:sldId id="296" r:id="rId30"/>
    <p:sldId id="298" r:id="rId31"/>
    <p:sldId id="339" r:id="rId32"/>
    <p:sldId id="340" r:id="rId33"/>
    <p:sldId id="271" r:id="rId34"/>
    <p:sldId id="275" r:id="rId35"/>
    <p:sldId id="293" r:id="rId36"/>
    <p:sldId id="300" r:id="rId37"/>
    <p:sldId id="301" r:id="rId38"/>
    <p:sldId id="294" r:id="rId39"/>
    <p:sldId id="302" r:id="rId40"/>
    <p:sldId id="304" r:id="rId41"/>
    <p:sldId id="303" r:id="rId42"/>
    <p:sldId id="305" r:id="rId43"/>
    <p:sldId id="269" r:id="rId44"/>
    <p:sldId id="299" r:id="rId45"/>
    <p:sldId id="310" r:id="rId46"/>
    <p:sldId id="311" r:id="rId47"/>
    <p:sldId id="312" r:id="rId48"/>
    <p:sldId id="285" r:id="rId49"/>
    <p:sldId id="308" r:id="rId50"/>
    <p:sldId id="306" r:id="rId51"/>
    <p:sldId id="307" r:id="rId52"/>
    <p:sldId id="313" r:id="rId53"/>
    <p:sldId id="314" r:id="rId54"/>
    <p:sldId id="315" r:id="rId55"/>
    <p:sldId id="316" r:id="rId56"/>
    <p:sldId id="317" r:id="rId57"/>
    <p:sldId id="318" r:id="rId58"/>
    <p:sldId id="319" r:id="rId59"/>
    <p:sldId id="320" r:id="rId60"/>
    <p:sldId id="321" r:id="rId61"/>
    <p:sldId id="323" r:id="rId62"/>
    <p:sldId id="324" r:id="rId63"/>
    <p:sldId id="322" r:id="rId64"/>
    <p:sldId id="325" r:id="rId65"/>
    <p:sldId id="326" r:id="rId66"/>
    <p:sldId id="327" r:id="rId67"/>
    <p:sldId id="328" r:id="rId68"/>
    <p:sldId id="329" r:id="rId69"/>
    <p:sldId id="330" r:id="rId70"/>
    <p:sldId id="331" r:id="rId71"/>
    <p:sldId id="332" r:id="rId72"/>
    <p:sldId id="333" r:id="rId73"/>
    <p:sldId id="334" r:id="rId74"/>
    <p:sldId id="335" r:id="rId75"/>
    <p:sldId id="336" r:id="rId76"/>
    <p:sldId id="337" r:id="rId77"/>
    <p:sldId id="338" r:id="rId7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15" autoAdjust="0"/>
    <p:restoredTop sz="94660"/>
  </p:normalViewPr>
  <p:slideViewPr>
    <p:cSldViewPr snapToGrid="0">
      <p:cViewPr varScale="1">
        <p:scale>
          <a:sx n="69" d="100"/>
          <a:sy n="69" d="100"/>
        </p:scale>
        <p:origin x="65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3F0EDC0-1A21-4B2D-AF8A-031C6B56E370}" type="doc">
      <dgm:prSet loTypeId="urn:microsoft.com/office/officeart/2005/8/layout/radial4" loCatId="relationship" qsTypeId="urn:microsoft.com/office/officeart/2005/8/quickstyle/simple1" qsCatId="simple" csTypeId="urn:microsoft.com/office/officeart/2005/8/colors/colorful1#1" csCatId="colorful" phldr="1"/>
      <dgm:spPr/>
      <dgm:t>
        <a:bodyPr/>
        <a:lstStyle/>
        <a:p>
          <a:endParaRPr lang="en-US"/>
        </a:p>
      </dgm:t>
    </dgm:pt>
    <dgm:pt modelId="{97A4E96C-DFEC-446C-A5CF-4E1AD3792DA7}">
      <dgm:prSet phldrT="[Text]" custT="1"/>
      <dgm:spPr/>
      <dgm:t>
        <a:bodyPr/>
        <a:lstStyle/>
        <a:p>
          <a:r>
            <a:rPr lang="en-US" sz="1200" dirty="0"/>
            <a:t>reconsideration</a:t>
          </a:r>
        </a:p>
      </dgm:t>
    </dgm:pt>
    <dgm:pt modelId="{65BFA0E1-339C-41C4-8737-818E8A72C128}" type="parTrans" cxnId="{324B60C6-0EBE-4FC0-B1A1-995652F53DAA}">
      <dgm:prSet/>
      <dgm:spPr/>
      <dgm:t>
        <a:bodyPr/>
        <a:lstStyle/>
        <a:p>
          <a:endParaRPr lang="en-US"/>
        </a:p>
      </dgm:t>
    </dgm:pt>
    <dgm:pt modelId="{68303038-CEE7-41A1-BE53-3CF548D4A45A}" type="sibTrans" cxnId="{324B60C6-0EBE-4FC0-B1A1-995652F53DAA}">
      <dgm:prSet/>
      <dgm:spPr/>
      <dgm:t>
        <a:bodyPr/>
        <a:lstStyle/>
        <a:p>
          <a:endParaRPr lang="en-US"/>
        </a:p>
      </dgm:t>
    </dgm:pt>
    <dgm:pt modelId="{AD7C529A-E89C-4AB2-89F7-F33AA4DDA09A}">
      <dgm:prSet phldrT="[Text]"/>
      <dgm:spPr/>
      <dgm:t>
        <a:bodyPr/>
        <a:lstStyle/>
        <a:p>
          <a:r>
            <a:rPr lang="en-US" dirty="0"/>
            <a:t>re</a:t>
          </a:r>
        </a:p>
      </dgm:t>
    </dgm:pt>
    <dgm:pt modelId="{829F53B8-C974-4F2A-AF11-522C5800A0E6}" type="parTrans" cxnId="{F3F08FE7-FDE7-4414-8249-D854A7C84A08}">
      <dgm:prSet/>
      <dgm:spPr/>
      <dgm:t>
        <a:bodyPr/>
        <a:lstStyle/>
        <a:p>
          <a:endParaRPr lang="en-US"/>
        </a:p>
      </dgm:t>
    </dgm:pt>
    <dgm:pt modelId="{1A052D34-FBBE-46AB-A258-EA38B6973F97}" type="sibTrans" cxnId="{F3F08FE7-FDE7-4414-8249-D854A7C84A08}">
      <dgm:prSet/>
      <dgm:spPr/>
      <dgm:t>
        <a:bodyPr/>
        <a:lstStyle/>
        <a:p>
          <a:endParaRPr lang="en-US"/>
        </a:p>
      </dgm:t>
    </dgm:pt>
    <dgm:pt modelId="{AA351CC9-5468-4A6D-AA23-CF7496D80CB6}">
      <dgm:prSet phldrT="[Text]"/>
      <dgm:spPr/>
      <dgm:t>
        <a:bodyPr/>
        <a:lstStyle/>
        <a:p>
          <a:r>
            <a:rPr lang="en-US" dirty="0"/>
            <a:t>consider</a:t>
          </a:r>
        </a:p>
      </dgm:t>
    </dgm:pt>
    <dgm:pt modelId="{A1B901E9-550F-4BE1-A8E5-54DFCC1FDF86}" type="parTrans" cxnId="{C3362DD5-E169-46CC-A3CB-E201E5423C1A}">
      <dgm:prSet/>
      <dgm:spPr/>
      <dgm:t>
        <a:bodyPr/>
        <a:lstStyle/>
        <a:p>
          <a:endParaRPr lang="en-US"/>
        </a:p>
      </dgm:t>
    </dgm:pt>
    <dgm:pt modelId="{E84C9D89-6D38-47C7-9804-5CDFD0825720}" type="sibTrans" cxnId="{C3362DD5-E169-46CC-A3CB-E201E5423C1A}">
      <dgm:prSet/>
      <dgm:spPr/>
      <dgm:t>
        <a:bodyPr/>
        <a:lstStyle/>
        <a:p>
          <a:endParaRPr lang="en-US"/>
        </a:p>
      </dgm:t>
    </dgm:pt>
    <dgm:pt modelId="{4ACF0183-9EDB-4E8E-AEE4-519055A4FA8B}">
      <dgm:prSet phldrT="[Text]"/>
      <dgm:spPr/>
      <dgm:t>
        <a:bodyPr/>
        <a:lstStyle/>
        <a:p>
          <a:r>
            <a:rPr lang="en-US" dirty="0" err="1"/>
            <a:t>ation</a:t>
          </a:r>
          <a:endParaRPr lang="en-US" dirty="0"/>
        </a:p>
      </dgm:t>
    </dgm:pt>
    <dgm:pt modelId="{803D4C20-91B4-4011-BD59-604CA08D450E}" type="parTrans" cxnId="{425C0F32-21E3-4A66-9F69-C3C4CAD7275F}">
      <dgm:prSet/>
      <dgm:spPr/>
      <dgm:t>
        <a:bodyPr/>
        <a:lstStyle/>
        <a:p>
          <a:endParaRPr lang="en-US"/>
        </a:p>
      </dgm:t>
    </dgm:pt>
    <dgm:pt modelId="{CCB5FD49-D378-4A16-A6F4-E06C8EC12449}" type="sibTrans" cxnId="{425C0F32-21E3-4A66-9F69-C3C4CAD7275F}">
      <dgm:prSet/>
      <dgm:spPr/>
      <dgm:t>
        <a:bodyPr/>
        <a:lstStyle/>
        <a:p>
          <a:endParaRPr lang="en-US"/>
        </a:p>
      </dgm:t>
    </dgm:pt>
    <dgm:pt modelId="{0426D348-1E6B-4D07-8CFC-127051BA0FF8}" type="pres">
      <dgm:prSet presAssocID="{23F0EDC0-1A21-4B2D-AF8A-031C6B56E370}" presName="cycle" presStyleCnt="0">
        <dgm:presLayoutVars>
          <dgm:chMax val="1"/>
          <dgm:dir/>
          <dgm:animLvl val="ctr"/>
          <dgm:resizeHandles val="exact"/>
        </dgm:presLayoutVars>
      </dgm:prSet>
      <dgm:spPr/>
    </dgm:pt>
    <dgm:pt modelId="{D932CE1A-7549-47FA-A4B1-825FE0A2DC82}" type="pres">
      <dgm:prSet presAssocID="{97A4E96C-DFEC-446C-A5CF-4E1AD3792DA7}" presName="centerShape" presStyleLbl="node0" presStyleIdx="0" presStyleCnt="1" custScaleX="236500"/>
      <dgm:spPr/>
    </dgm:pt>
    <dgm:pt modelId="{E2315E12-F2DA-4891-913B-6BB235C4B713}" type="pres">
      <dgm:prSet presAssocID="{829F53B8-C974-4F2A-AF11-522C5800A0E6}" presName="parTrans" presStyleLbl="bgSibTrans2D1" presStyleIdx="0" presStyleCnt="3"/>
      <dgm:spPr/>
    </dgm:pt>
    <dgm:pt modelId="{B4358B92-8B70-4911-9F41-FA2ACEC4FB29}" type="pres">
      <dgm:prSet presAssocID="{AD7C529A-E89C-4AB2-89F7-F33AA4DDA09A}" presName="node" presStyleLbl="node1" presStyleIdx="0" presStyleCnt="3" custRadScaleRad="114944" custRadScaleInc="980">
        <dgm:presLayoutVars>
          <dgm:bulletEnabled val="1"/>
        </dgm:presLayoutVars>
      </dgm:prSet>
      <dgm:spPr/>
    </dgm:pt>
    <dgm:pt modelId="{1DA86299-8255-4A39-9FD6-3C036733E0C6}" type="pres">
      <dgm:prSet presAssocID="{A1B901E9-550F-4BE1-A8E5-54DFCC1FDF86}" presName="parTrans" presStyleLbl="bgSibTrans2D1" presStyleIdx="1" presStyleCnt="3"/>
      <dgm:spPr/>
    </dgm:pt>
    <dgm:pt modelId="{4E0BB018-6A95-4DA4-9F7A-D1C83E2C23C8}" type="pres">
      <dgm:prSet presAssocID="{AA351CC9-5468-4A6D-AA23-CF7496D80CB6}" presName="node" presStyleLbl="node1" presStyleIdx="1" presStyleCnt="3">
        <dgm:presLayoutVars>
          <dgm:bulletEnabled val="1"/>
        </dgm:presLayoutVars>
      </dgm:prSet>
      <dgm:spPr/>
    </dgm:pt>
    <dgm:pt modelId="{085A62EB-7B9A-4C41-898A-7AED46FDAEFA}" type="pres">
      <dgm:prSet presAssocID="{803D4C20-91B4-4011-BD59-604CA08D450E}" presName="parTrans" presStyleLbl="bgSibTrans2D1" presStyleIdx="2" presStyleCnt="3"/>
      <dgm:spPr/>
    </dgm:pt>
    <dgm:pt modelId="{E1F389E6-4CA9-4DDB-A431-FDE82B935AF7}" type="pres">
      <dgm:prSet presAssocID="{4ACF0183-9EDB-4E8E-AEE4-519055A4FA8B}" presName="node" presStyleLbl="node1" presStyleIdx="2" presStyleCnt="3" custRadScaleRad="116645" custRadScaleInc="-2898">
        <dgm:presLayoutVars>
          <dgm:bulletEnabled val="1"/>
        </dgm:presLayoutVars>
      </dgm:prSet>
      <dgm:spPr/>
    </dgm:pt>
  </dgm:ptLst>
  <dgm:cxnLst>
    <dgm:cxn modelId="{425C0F32-21E3-4A66-9F69-C3C4CAD7275F}" srcId="{97A4E96C-DFEC-446C-A5CF-4E1AD3792DA7}" destId="{4ACF0183-9EDB-4E8E-AEE4-519055A4FA8B}" srcOrd="2" destOrd="0" parTransId="{803D4C20-91B4-4011-BD59-604CA08D450E}" sibTransId="{CCB5FD49-D378-4A16-A6F4-E06C8EC12449}"/>
    <dgm:cxn modelId="{33C23F53-091C-4057-8606-66DE9FEE962F}" type="presOf" srcId="{803D4C20-91B4-4011-BD59-604CA08D450E}" destId="{085A62EB-7B9A-4C41-898A-7AED46FDAEFA}" srcOrd="0" destOrd="0" presId="urn:microsoft.com/office/officeart/2005/8/layout/radial4"/>
    <dgm:cxn modelId="{A959E980-32A1-4B23-9A2E-8DB1164E4103}" type="presOf" srcId="{AA351CC9-5468-4A6D-AA23-CF7496D80CB6}" destId="{4E0BB018-6A95-4DA4-9F7A-D1C83E2C23C8}" srcOrd="0" destOrd="0" presId="urn:microsoft.com/office/officeart/2005/8/layout/radial4"/>
    <dgm:cxn modelId="{649DB893-8462-4FAB-8054-3B9020C61AAD}" type="presOf" srcId="{97A4E96C-DFEC-446C-A5CF-4E1AD3792DA7}" destId="{D932CE1A-7549-47FA-A4B1-825FE0A2DC82}" srcOrd="0" destOrd="0" presId="urn:microsoft.com/office/officeart/2005/8/layout/radial4"/>
    <dgm:cxn modelId="{7BD2A394-38CC-43CF-8018-028E9E44B3D1}" type="presOf" srcId="{4ACF0183-9EDB-4E8E-AEE4-519055A4FA8B}" destId="{E1F389E6-4CA9-4DDB-A431-FDE82B935AF7}" srcOrd="0" destOrd="0" presId="urn:microsoft.com/office/officeart/2005/8/layout/radial4"/>
    <dgm:cxn modelId="{23ACD19B-F9A8-485A-93DA-3ECEA7D1A18E}" type="presOf" srcId="{A1B901E9-550F-4BE1-A8E5-54DFCC1FDF86}" destId="{1DA86299-8255-4A39-9FD6-3C036733E0C6}" srcOrd="0" destOrd="0" presId="urn:microsoft.com/office/officeart/2005/8/layout/radial4"/>
    <dgm:cxn modelId="{43EC05A0-AC19-4C0C-BEF7-D75E541250B5}" type="presOf" srcId="{AD7C529A-E89C-4AB2-89F7-F33AA4DDA09A}" destId="{B4358B92-8B70-4911-9F41-FA2ACEC4FB29}" srcOrd="0" destOrd="0" presId="urn:microsoft.com/office/officeart/2005/8/layout/radial4"/>
    <dgm:cxn modelId="{324B60C6-0EBE-4FC0-B1A1-995652F53DAA}" srcId="{23F0EDC0-1A21-4B2D-AF8A-031C6B56E370}" destId="{97A4E96C-DFEC-446C-A5CF-4E1AD3792DA7}" srcOrd="0" destOrd="0" parTransId="{65BFA0E1-339C-41C4-8737-818E8A72C128}" sibTransId="{68303038-CEE7-41A1-BE53-3CF548D4A45A}"/>
    <dgm:cxn modelId="{DEC20FD0-9F71-465C-B345-28C1E2F7766D}" type="presOf" srcId="{23F0EDC0-1A21-4B2D-AF8A-031C6B56E370}" destId="{0426D348-1E6B-4D07-8CFC-127051BA0FF8}" srcOrd="0" destOrd="0" presId="urn:microsoft.com/office/officeart/2005/8/layout/radial4"/>
    <dgm:cxn modelId="{C3362DD5-E169-46CC-A3CB-E201E5423C1A}" srcId="{97A4E96C-DFEC-446C-A5CF-4E1AD3792DA7}" destId="{AA351CC9-5468-4A6D-AA23-CF7496D80CB6}" srcOrd="1" destOrd="0" parTransId="{A1B901E9-550F-4BE1-A8E5-54DFCC1FDF86}" sibTransId="{E84C9D89-6D38-47C7-9804-5CDFD0825720}"/>
    <dgm:cxn modelId="{F3F08FE7-FDE7-4414-8249-D854A7C84A08}" srcId="{97A4E96C-DFEC-446C-A5CF-4E1AD3792DA7}" destId="{AD7C529A-E89C-4AB2-89F7-F33AA4DDA09A}" srcOrd="0" destOrd="0" parTransId="{829F53B8-C974-4F2A-AF11-522C5800A0E6}" sibTransId="{1A052D34-FBBE-46AB-A258-EA38B6973F97}"/>
    <dgm:cxn modelId="{CEB662EE-E016-4FD5-BEE8-65DDC5DEDFB2}" type="presOf" srcId="{829F53B8-C974-4F2A-AF11-522C5800A0E6}" destId="{E2315E12-F2DA-4891-913B-6BB235C4B713}" srcOrd="0" destOrd="0" presId="urn:microsoft.com/office/officeart/2005/8/layout/radial4"/>
    <dgm:cxn modelId="{B271FBFC-29BA-4991-854E-7CD210AE72A6}" type="presParOf" srcId="{0426D348-1E6B-4D07-8CFC-127051BA0FF8}" destId="{D932CE1A-7549-47FA-A4B1-825FE0A2DC82}" srcOrd="0" destOrd="0" presId="urn:microsoft.com/office/officeart/2005/8/layout/radial4"/>
    <dgm:cxn modelId="{9AA6ED62-5AF3-442B-A7A7-F2FDA84D12EF}" type="presParOf" srcId="{0426D348-1E6B-4D07-8CFC-127051BA0FF8}" destId="{E2315E12-F2DA-4891-913B-6BB235C4B713}" srcOrd="1" destOrd="0" presId="urn:microsoft.com/office/officeart/2005/8/layout/radial4"/>
    <dgm:cxn modelId="{E0D88C8A-9E36-4C51-ADE8-1E07EB9492B3}" type="presParOf" srcId="{0426D348-1E6B-4D07-8CFC-127051BA0FF8}" destId="{B4358B92-8B70-4911-9F41-FA2ACEC4FB29}" srcOrd="2" destOrd="0" presId="urn:microsoft.com/office/officeart/2005/8/layout/radial4"/>
    <dgm:cxn modelId="{E73014B1-D89D-497E-9A6B-E145BB43B360}" type="presParOf" srcId="{0426D348-1E6B-4D07-8CFC-127051BA0FF8}" destId="{1DA86299-8255-4A39-9FD6-3C036733E0C6}" srcOrd="3" destOrd="0" presId="urn:microsoft.com/office/officeart/2005/8/layout/radial4"/>
    <dgm:cxn modelId="{89C6A7D5-3418-49F0-AD74-7B1E5F69DA45}" type="presParOf" srcId="{0426D348-1E6B-4D07-8CFC-127051BA0FF8}" destId="{4E0BB018-6A95-4DA4-9F7A-D1C83E2C23C8}" srcOrd="4" destOrd="0" presId="urn:microsoft.com/office/officeart/2005/8/layout/radial4"/>
    <dgm:cxn modelId="{2AA91FDF-32FD-4DCF-ACEF-52FB31586C0F}" type="presParOf" srcId="{0426D348-1E6B-4D07-8CFC-127051BA0FF8}" destId="{085A62EB-7B9A-4C41-898A-7AED46FDAEFA}" srcOrd="5" destOrd="0" presId="urn:microsoft.com/office/officeart/2005/8/layout/radial4"/>
    <dgm:cxn modelId="{6587E382-EE63-4A3D-B263-C7D0E44C5B50}" type="presParOf" srcId="{0426D348-1E6B-4D07-8CFC-127051BA0FF8}" destId="{E1F389E6-4CA9-4DDB-A431-FDE82B935AF7}" srcOrd="6" destOrd="0" presId="urn:microsoft.com/office/officeart/2005/8/layout/radial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716B106-C089-40F4-9103-7800F7C46951}" type="doc">
      <dgm:prSet loTypeId="urn:microsoft.com/office/officeart/2005/8/layout/orgChart1" loCatId="hierarchy" qsTypeId="urn:microsoft.com/office/officeart/2005/8/quickstyle/simple1" qsCatId="simple" csTypeId="urn:microsoft.com/office/officeart/2005/8/colors/accent0_1" csCatId="mainScheme" phldr="1"/>
      <dgm:spPr/>
      <dgm:t>
        <a:bodyPr/>
        <a:lstStyle/>
        <a:p>
          <a:endParaRPr lang="en-US"/>
        </a:p>
      </dgm:t>
    </dgm:pt>
    <dgm:pt modelId="{2D1B57EE-4889-4DC3-8DF2-64C145065A1B}">
      <dgm:prSet phldrT="[Text]" custT="1"/>
      <dgm:spPr/>
      <dgm:t>
        <a:bodyPr/>
        <a:lstStyle/>
        <a:p>
          <a:r>
            <a:rPr lang="en-US" sz="1400" dirty="0"/>
            <a:t>Morphemes</a:t>
          </a:r>
        </a:p>
      </dgm:t>
    </dgm:pt>
    <dgm:pt modelId="{F236648F-65F3-4D79-914D-D5D364B4842B}" type="parTrans" cxnId="{77B41177-6E7A-49DC-A13F-5ABE93A8247C}">
      <dgm:prSet/>
      <dgm:spPr/>
      <dgm:t>
        <a:bodyPr/>
        <a:lstStyle/>
        <a:p>
          <a:endParaRPr lang="en-US"/>
        </a:p>
      </dgm:t>
    </dgm:pt>
    <dgm:pt modelId="{4F4305C3-81E4-4D76-A4AC-F652DB00981A}" type="sibTrans" cxnId="{77B41177-6E7A-49DC-A13F-5ABE93A8247C}">
      <dgm:prSet/>
      <dgm:spPr/>
      <dgm:t>
        <a:bodyPr/>
        <a:lstStyle/>
        <a:p>
          <a:endParaRPr lang="en-US"/>
        </a:p>
      </dgm:t>
    </dgm:pt>
    <dgm:pt modelId="{4016C86C-0201-4056-BCF8-10D71A79F759}">
      <dgm:prSet phldrT="[Text]" custT="1"/>
      <dgm:spPr/>
      <dgm:t>
        <a:bodyPr/>
        <a:lstStyle/>
        <a:p>
          <a:r>
            <a:rPr lang="en-US" sz="1400" dirty="0"/>
            <a:t>Stem</a:t>
          </a:r>
        </a:p>
      </dgm:t>
    </dgm:pt>
    <dgm:pt modelId="{E5506A6E-85F9-4559-8B00-BDEE4C0688EB}" type="parTrans" cxnId="{02310C71-3BEE-46CE-AEC2-9B30C5C04B7D}">
      <dgm:prSet/>
      <dgm:spPr/>
      <dgm:t>
        <a:bodyPr/>
        <a:lstStyle/>
        <a:p>
          <a:endParaRPr lang="en-US"/>
        </a:p>
      </dgm:t>
    </dgm:pt>
    <dgm:pt modelId="{C599586A-55B2-4148-87E9-E7319C470941}" type="sibTrans" cxnId="{02310C71-3BEE-46CE-AEC2-9B30C5C04B7D}">
      <dgm:prSet/>
      <dgm:spPr/>
      <dgm:t>
        <a:bodyPr/>
        <a:lstStyle/>
        <a:p>
          <a:endParaRPr lang="en-US"/>
        </a:p>
      </dgm:t>
    </dgm:pt>
    <dgm:pt modelId="{BFC7A885-BF07-4F0F-8D88-516006154A5E}">
      <dgm:prSet phldrT="[Text]" custT="1"/>
      <dgm:spPr/>
      <dgm:t>
        <a:bodyPr/>
        <a:lstStyle/>
        <a:p>
          <a:r>
            <a:rPr lang="en-US" sz="1400" dirty="0"/>
            <a:t>Affixes</a:t>
          </a:r>
        </a:p>
      </dgm:t>
    </dgm:pt>
    <dgm:pt modelId="{EA731751-A87D-45CB-9F30-3C7DB5A1CDA7}" type="parTrans" cxnId="{9C2D87B0-BFE2-4B1C-9C36-9F5DC46F79BD}">
      <dgm:prSet/>
      <dgm:spPr/>
      <dgm:t>
        <a:bodyPr/>
        <a:lstStyle/>
        <a:p>
          <a:endParaRPr lang="en-US"/>
        </a:p>
      </dgm:t>
    </dgm:pt>
    <dgm:pt modelId="{56013188-9FB2-4757-ACFD-7A30FEFCB990}" type="sibTrans" cxnId="{9C2D87B0-BFE2-4B1C-9C36-9F5DC46F79BD}">
      <dgm:prSet/>
      <dgm:spPr/>
      <dgm:t>
        <a:bodyPr/>
        <a:lstStyle/>
        <a:p>
          <a:endParaRPr lang="en-US"/>
        </a:p>
      </dgm:t>
    </dgm:pt>
    <dgm:pt modelId="{B0FD7082-385B-4226-8A5C-789D30A21CED}">
      <dgm:prSet phldrT="[Text]" custT="1"/>
      <dgm:spPr/>
      <dgm:t>
        <a:bodyPr/>
        <a:lstStyle/>
        <a:p>
          <a:r>
            <a:rPr lang="en-US" sz="1400" dirty="0"/>
            <a:t>Prefixes</a:t>
          </a:r>
        </a:p>
      </dgm:t>
    </dgm:pt>
    <dgm:pt modelId="{42127D7C-2885-4B50-B228-1109803C9422}" type="parTrans" cxnId="{F378698A-E5DB-4886-893D-F8204547A35F}">
      <dgm:prSet/>
      <dgm:spPr/>
      <dgm:t>
        <a:bodyPr/>
        <a:lstStyle/>
        <a:p>
          <a:endParaRPr lang="en-US"/>
        </a:p>
      </dgm:t>
    </dgm:pt>
    <dgm:pt modelId="{604AC300-5F2A-40AB-BECB-34DDFFBC1BFE}" type="sibTrans" cxnId="{F378698A-E5DB-4886-893D-F8204547A35F}">
      <dgm:prSet/>
      <dgm:spPr/>
      <dgm:t>
        <a:bodyPr/>
        <a:lstStyle/>
        <a:p>
          <a:endParaRPr lang="en-US"/>
        </a:p>
      </dgm:t>
    </dgm:pt>
    <dgm:pt modelId="{6A92F340-6D4C-4F97-9099-21A02E0899D9}">
      <dgm:prSet phldrT="[Text]" custT="1"/>
      <dgm:spPr/>
      <dgm:t>
        <a:bodyPr/>
        <a:lstStyle/>
        <a:p>
          <a:r>
            <a:rPr lang="en-US" sz="1400" dirty="0"/>
            <a:t>Suffixes</a:t>
          </a:r>
        </a:p>
      </dgm:t>
    </dgm:pt>
    <dgm:pt modelId="{7A40576D-E890-4D26-BF34-BCF97890C970}" type="parTrans" cxnId="{6482865B-9FCE-4D6A-8AF6-9CC023A67D13}">
      <dgm:prSet/>
      <dgm:spPr/>
      <dgm:t>
        <a:bodyPr/>
        <a:lstStyle/>
        <a:p>
          <a:endParaRPr lang="en-US"/>
        </a:p>
      </dgm:t>
    </dgm:pt>
    <dgm:pt modelId="{7D692D4F-3841-42F0-ACF7-137E70053C43}" type="sibTrans" cxnId="{6482865B-9FCE-4D6A-8AF6-9CC023A67D13}">
      <dgm:prSet/>
      <dgm:spPr/>
      <dgm:t>
        <a:bodyPr/>
        <a:lstStyle/>
        <a:p>
          <a:endParaRPr lang="en-US"/>
        </a:p>
      </dgm:t>
    </dgm:pt>
    <dgm:pt modelId="{2A8A516F-72C4-42A2-B137-93BDD673658C}">
      <dgm:prSet phldrT="[Text]" custT="1"/>
      <dgm:spPr/>
      <dgm:t>
        <a:bodyPr/>
        <a:lstStyle/>
        <a:p>
          <a:r>
            <a:rPr lang="en-US" sz="1400" dirty="0"/>
            <a:t>tree, go,  fat</a:t>
          </a:r>
        </a:p>
      </dgm:t>
    </dgm:pt>
    <dgm:pt modelId="{02E63530-8812-472E-BE0F-C49ABDBD9C09}" type="parTrans" cxnId="{87D0C434-FD78-4CF1-BC93-565E897FDF86}">
      <dgm:prSet/>
      <dgm:spPr/>
      <dgm:t>
        <a:bodyPr/>
        <a:lstStyle/>
        <a:p>
          <a:endParaRPr lang="en-US"/>
        </a:p>
      </dgm:t>
    </dgm:pt>
    <dgm:pt modelId="{6882D52C-2389-4547-BAFE-E3785114C321}" type="sibTrans" cxnId="{87D0C434-FD78-4CF1-BC93-565E897FDF86}">
      <dgm:prSet/>
      <dgm:spPr/>
      <dgm:t>
        <a:bodyPr/>
        <a:lstStyle/>
        <a:p>
          <a:endParaRPr lang="en-US"/>
        </a:p>
      </dgm:t>
    </dgm:pt>
    <dgm:pt modelId="{7746B69C-BEB6-428C-A80F-C68795083D74}">
      <dgm:prSet phldrT="[Text]" custT="1"/>
      <dgm:spPr/>
      <dgm:t>
        <a:bodyPr/>
        <a:lstStyle/>
        <a:p>
          <a:r>
            <a:rPr lang="en-US" sz="1400" dirty="0"/>
            <a:t>post - (postpone)</a:t>
          </a:r>
        </a:p>
      </dgm:t>
    </dgm:pt>
    <dgm:pt modelId="{D7D11E7E-E1C7-448C-996A-0874361B8ED1}" type="parTrans" cxnId="{E8F4597A-2B1F-47CF-A009-E8A0915CC697}">
      <dgm:prSet/>
      <dgm:spPr/>
      <dgm:t>
        <a:bodyPr/>
        <a:lstStyle/>
        <a:p>
          <a:endParaRPr lang="en-US"/>
        </a:p>
      </dgm:t>
    </dgm:pt>
    <dgm:pt modelId="{87E0413C-A9A0-4470-8E73-47194E5C1B1B}" type="sibTrans" cxnId="{E8F4597A-2B1F-47CF-A009-E8A0915CC697}">
      <dgm:prSet/>
      <dgm:spPr/>
      <dgm:t>
        <a:bodyPr/>
        <a:lstStyle/>
        <a:p>
          <a:endParaRPr lang="en-US"/>
        </a:p>
      </dgm:t>
    </dgm:pt>
    <dgm:pt modelId="{945F5325-4262-422A-A460-277B60F2E084}">
      <dgm:prSet phldrT="[Text]" custT="1"/>
      <dgm:spPr/>
      <dgm:t>
        <a:bodyPr/>
        <a:lstStyle/>
        <a:p>
          <a:r>
            <a:rPr lang="en-US" sz="1400" dirty="0"/>
            <a:t>-</a:t>
          </a:r>
          <a:r>
            <a:rPr lang="en-US" sz="1400" dirty="0" err="1"/>
            <a:t>ed</a:t>
          </a:r>
          <a:r>
            <a:rPr lang="en-US" sz="1400" dirty="0"/>
            <a:t> (tossed)</a:t>
          </a:r>
        </a:p>
      </dgm:t>
    </dgm:pt>
    <dgm:pt modelId="{70D00858-71E8-4CA0-AF6F-15013CFF25A0}" type="parTrans" cxnId="{B2080997-0EDB-4B54-A581-3783E9E3B5BC}">
      <dgm:prSet/>
      <dgm:spPr/>
      <dgm:t>
        <a:bodyPr/>
        <a:lstStyle/>
        <a:p>
          <a:endParaRPr lang="en-US"/>
        </a:p>
      </dgm:t>
    </dgm:pt>
    <dgm:pt modelId="{53ECFD20-3710-4013-A681-8C1E89951225}" type="sibTrans" cxnId="{B2080997-0EDB-4B54-A581-3783E9E3B5BC}">
      <dgm:prSet/>
      <dgm:spPr/>
      <dgm:t>
        <a:bodyPr/>
        <a:lstStyle/>
        <a:p>
          <a:endParaRPr lang="en-US"/>
        </a:p>
      </dgm:t>
    </dgm:pt>
    <dgm:pt modelId="{627B6EA6-3B5F-4AFC-BED0-5AAEAACAE561}" type="pres">
      <dgm:prSet presAssocID="{C716B106-C089-40F4-9103-7800F7C46951}" presName="hierChild1" presStyleCnt="0">
        <dgm:presLayoutVars>
          <dgm:orgChart val="1"/>
          <dgm:chPref val="1"/>
          <dgm:dir/>
          <dgm:animOne val="branch"/>
          <dgm:animLvl val="lvl"/>
          <dgm:resizeHandles/>
        </dgm:presLayoutVars>
      </dgm:prSet>
      <dgm:spPr/>
    </dgm:pt>
    <dgm:pt modelId="{D244CEBA-3B9E-45F2-85F6-DE0B186092F4}" type="pres">
      <dgm:prSet presAssocID="{2D1B57EE-4889-4DC3-8DF2-64C145065A1B}" presName="hierRoot1" presStyleCnt="0">
        <dgm:presLayoutVars>
          <dgm:hierBranch val="init"/>
        </dgm:presLayoutVars>
      </dgm:prSet>
      <dgm:spPr/>
    </dgm:pt>
    <dgm:pt modelId="{8D83B166-8122-4313-87CC-487D532844E5}" type="pres">
      <dgm:prSet presAssocID="{2D1B57EE-4889-4DC3-8DF2-64C145065A1B}" presName="rootComposite1" presStyleCnt="0"/>
      <dgm:spPr/>
    </dgm:pt>
    <dgm:pt modelId="{DEE3A752-C819-449A-87D3-C460CF029E6B}" type="pres">
      <dgm:prSet presAssocID="{2D1B57EE-4889-4DC3-8DF2-64C145065A1B}" presName="rootText1" presStyleLbl="node0" presStyleIdx="0" presStyleCnt="1">
        <dgm:presLayoutVars>
          <dgm:chPref val="3"/>
        </dgm:presLayoutVars>
      </dgm:prSet>
      <dgm:spPr/>
    </dgm:pt>
    <dgm:pt modelId="{658FE652-329A-4CE8-A36C-1DBA57843DBD}" type="pres">
      <dgm:prSet presAssocID="{2D1B57EE-4889-4DC3-8DF2-64C145065A1B}" presName="rootConnector1" presStyleLbl="node1" presStyleIdx="0" presStyleCnt="0"/>
      <dgm:spPr/>
    </dgm:pt>
    <dgm:pt modelId="{179A453A-53CD-4FD2-83C6-8619D191EDA9}" type="pres">
      <dgm:prSet presAssocID="{2D1B57EE-4889-4DC3-8DF2-64C145065A1B}" presName="hierChild2" presStyleCnt="0"/>
      <dgm:spPr/>
    </dgm:pt>
    <dgm:pt modelId="{899347C1-9789-46F6-92BD-3204CFF55F56}" type="pres">
      <dgm:prSet presAssocID="{E5506A6E-85F9-4559-8B00-BDEE4C0688EB}" presName="Name37" presStyleLbl="parChTrans1D2" presStyleIdx="0" presStyleCnt="2"/>
      <dgm:spPr/>
    </dgm:pt>
    <dgm:pt modelId="{D764650F-43ED-45E2-9451-3B225AF331BC}" type="pres">
      <dgm:prSet presAssocID="{4016C86C-0201-4056-BCF8-10D71A79F759}" presName="hierRoot2" presStyleCnt="0">
        <dgm:presLayoutVars>
          <dgm:hierBranch val="init"/>
        </dgm:presLayoutVars>
      </dgm:prSet>
      <dgm:spPr/>
    </dgm:pt>
    <dgm:pt modelId="{43288650-7132-48EC-9563-814AE6CA7C69}" type="pres">
      <dgm:prSet presAssocID="{4016C86C-0201-4056-BCF8-10D71A79F759}" presName="rootComposite" presStyleCnt="0"/>
      <dgm:spPr/>
    </dgm:pt>
    <dgm:pt modelId="{90DCEA4E-91D6-45C9-8683-29104B329953}" type="pres">
      <dgm:prSet presAssocID="{4016C86C-0201-4056-BCF8-10D71A79F759}" presName="rootText" presStyleLbl="node2" presStyleIdx="0" presStyleCnt="2">
        <dgm:presLayoutVars>
          <dgm:chPref val="3"/>
        </dgm:presLayoutVars>
      </dgm:prSet>
      <dgm:spPr/>
    </dgm:pt>
    <dgm:pt modelId="{462277A8-5E8B-478B-BAEC-C966B2543182}" type="pres">
      <dgm:prSet presAssocID="{4016C86C-0201-4056-BCF8-10D71A79F759}" presName="rootConnector" presStyleLbl="node2" presStyleIdx="0" presStyleCnt="2"/>
      <dgm:spPr/>
    </dgm:pt>
    <dgm:pt modelId="{62C72118-A2A9-4B87-BCB4-A4669EF352F8}" type="pres">
      <dgm:prSet presAssocID="{4016C86C-0201-4056-BCF8-10D71A79F759}" presName="hierChild4" presStyleCnt="0"/>
      <dgm:spPr/>
    </dgm:pt>
    <dgm:pt modelId="{57DF988E-FE5F-4B69-92FC-E221F469F124}" type="pres">
      <dgm:prSet presAssocID="{02E63530-8812-472E-BE0F-C49ABDBD9C09}" presName="Name37" presStyleLbl="parChTrans1D3" presStyleIdx="0" presStyleCnt="3"/>
      <dgm:spPr/>
    </dgm:pt>
    <dgm:pt modelId="{285F40AB-510C-4A4B-BF9F-9CAA9207D55E}" type="pres">
      <dgm:prSet presAssocID="{2A8A516F-72C4-42A2-B137-93BDD673658C}" presName="hierRoot2" presStyleCnt="0">
        <dgm:presLayoutVars>
          <dgm:hierBranch val="init"/>
        </dgm:presLayoutVars>
      </dgm:prSet>
      <dgm:spPr/>
    </dgm:pt>
    <dgm:pt modelId="{E56CCC16-2A5C-4A68-93BC-59C815263F12}" type="pres">
      <dgm:prSet presAssocID="{2A8A516F-72C4-42A2-B137-93BDD673658C}" presName="rootComposite" presStyleCnt="0"/>
      <dgm:spPr/>
    </dgm:pt>
    <dgm:pt modelId="{B1E5620F-2A39-45A0-BFD9-C2B682B1B1EE}" type="pres">
      <dgm:prSet presAssocID="{2A8A516F-72C4-42A2-B137-93BDD673658C}" presName="rootText" presStyleLbl="node3" presStyleIdx="0" presStyleCnt="3">
        <dgm:presLayoutVars>
          <dgm:chPref val="3"/>
        </dgm:presLayoutVars>
      </dgm:prSet>
      <dgm:spPr/>
    </dgm:pt>
    <dgm:pt modelId="{5A5D7A04-D67D-4EB0-9677-45E2B91A8CD9}" type="pres">
      <dgm:prSet presAssocID="{2A8A516F-72C4-42A2-B137-93BDD673658C}" presName="rootConnector" presStyleLbl="node3" presStyleIdx="0" presStyleCnt="3"/>
      <dgm:spPr/>
    </dgm:pt>
    <dgm:pt modelId="{8BED581A-055F-47F9-BF05-44276B862CE0}" type="pres">
      <dgm:prSet presAssocID="{2A8A516F-72C4-42A2-B137-93BDD673658C}" presName="hierChild4" presStyleCnt="0"/>
      <dgm:spPr/>
    </dgm:pt>
    <dgm:pt modelId="{65A4B95C-B199-452C-9725-6E358A008101}" type="pres">
      <dgm:prSet presAssocID="{2A8A516F-72C4-42A2-B137-93BDD673658C}" presName="hierChild5" presStyleCnt="0"/>
      <dgm:spPr/>
    </dgm:pt>
    <dgm:pt modelId="{5983E7E6-C3B8-41E1-BDB1-DE0C09CD0C97}" type="pres">
      <dgm:prSet presAssocID="{4016C86C-0201-4056-BCF8-10D71A79F759}" presName="hierChild5" presStyleCnt="0"/>
      <dgm:spPr/>
    </dgm:pt>
    <dgm:pt modelId="{393B9BA8-7F54-42F0-B315-FCF8F7E7B5F0}" type="pres">
      <dgm:prSet presAssocID="{EA731751-A87D-45CB-9F30-3C7DB5A1CDA7}" presName="Name37" presStyleLbl="parChTrans1D2" presStyleIdx="1" presStyleCnt="2"/>
      <dgm:spPr/>
    </dgm:pt>
    <dgm:pt modelId="{2411ACE4-7779-40FF-8112-73571F823315}" type="pres">
      <dgm:prSet presAssocID="{BFC7A885-BF07-4F0F-8D88-516006154A5E}" presName="hierRoot2" presStyleCnt="0">
        <dgm:presLayoutVars>
          <dgm:hierBranch val="init"/>
        </dgm:presLayoutVars>
      </dgm:prSet>
      <dgm:spPr/>
    </dgm:pt>
    <dgm:pt modelId="{DC684517-517F-49E0-9500-EAC6FA8176C1}" type="pres">
      <dgm:prSet presAssocID="{BFC7A885-BF07-4F0F-8D88-516006154A5E}" presName="rootComposite" presStyleCnt="0"/>
      <dgm:spPr/>
    </dgm:pt>
    <dgm:pt modelId="{D4C629E5-5FC3-4227-9AD1-2F558A587DE3}" type="pres">
      <dgm:prSet presAssocID="{BFC7A885-BF07-4F0F-8D88-516006154A5E}" presName="rootText" presStyleLbl="node2" presStyleIdx="1" presStyleCnt="2">
        <dgm:presLayoutVars>
          <dgm:chPref val="3"/>
        </dgm:presLayoutVars>
      </dgm:prSet>
      <dgm:spPr/>
    </dgm:pt>
    <dgm:pt modelId="{514DAE9B-3776-4254-B1B2-3674F3D704B0}" type="pres">
      <dgm:prSet presAssocID="{BFC7A885-BF07-4F0F-8D88-516006154A5E}" presName="rootConnector" presStyleLbl="node2" presStyleIdx="1" presStyleCnt="2"/>
      <dgm:spPr/>
    </dgm:pt>
    <dgm:pt modelId="{6A76315F-33FB-4757-8D9E-94D151B2E6FF}" type="pres">
      <dgm:prSet presAssocID="{BFC7A885-BF07-4F0F-8D88-516006154A5E}" presName="hierChild4" presStyleCnt="0"/>
      <dgm:spPr/>
    </dgm:pt>
    <dgm:pt modelId="{8BFBC61D-F6ED-4653-91F9-B5A746973D97}" type="pres">
      <dgm:prSet presAssocID="{42127D7C-2885-4B50-B228-1109803C9422}" presName="Name37" presStyleLbl="parChTrans1D3" presStyleIdx="1" presStyleCnt="3"/>
      <dgm:spPr/>
    </dgm:pt>
    <dgm:pt modelId="{4F91B50D-393E-431B-AD24-096BA7E2F72F}" type="pres">
      <dgm:prSet presAssocID="{B0FD7082-385B-4226-8A5C-789D30A21CED}" presName="hierRoot2" presStyleCnt="0">
        <dgm:presLayoutVars>
          <dgm:hierBranch val="init"/>
        </dgm:presLayoutVars>
      </dgm:prSet>
      <dgm:spPr/>
    </dgm:pt>
    <dgm:pt modelId="{EF168E7D-73A2-4DF4-9D15-26FFFC45CB76}" type="pres">
      <dgm:prSet presAssocID="{B0FD7082-385B-4226-8A5C-789D30A21CED}" presName="rootComposite" presStyleCnt="0"/>
      <dgm:spPr/>
    </dgm:pt>
    <dgm:pt modelId="{DCC0EB77-CE65-4C8A-91A4-3EFDAD133BF2}" type="pres">
      <dgm:prSet presAssocID="{B0FD7082-385B-4226-8A5C-789D30A21CED}" presName="rootText" presStyleLbl="node3" presStyleIdx="1" presStyleCnt="3">
        <dgm:presLayoutVars>
          <dgm:chPref val="3"/>
        </dgm:presLayoutVars>
      </dgm:prSet>
      <dgm:spPr/>
    </dgm:pt>
    <dgm:pt modelId="{4C9F5449-F1C1-4892-81D1-638E1BAE82B0}" type="pres">
      <dgm:prSet presAssocID="{B0FD7082-385B-4226-8A5C-789D30A21CED}" presName="rootConnector" presStyleLbl="node3" presStyleIdx="1" presStyleCnt="3"/>
      <dgm:spPr/>
    </dgm:pt>
    <dgm:pt modelId="{1FF43DBF-18E8-41C9-809F-E927F3EC50AE}" type="pres">
      <dgm:prSet presAssocID="{B0FD7082-385B-4226-8A5C-789D30A21CED}" presName="hierChild4" presStyleCnt="0"/>
      <dgm:spPr/>
    </dgm:pt>
    <dgm:pt modelId="{C10210B4-4A07-4C21-BE14-9E0540A60D61}" type="pres">
      <dgm:prSet presAssocID="{D7D11E7E-E1C7-448C-996A-0874361B8ED1}" presName="Name37" presStyleLbl="parChTrans1D4" presStyleIdx="0" presStyleCnt="2"/>
      <dgm:spPr/>
    </dgm:pt>
    <dgm:pt modelId="{FE70234B-BDAE-41C6-AA09-262A4A7F5F87}" type="pres">
      <dgm:prSet presAssocID="{7746B69C-BEB6-428C-A80F-C68795083D74}" presName="hierRoot2" presStyleCnt="0">
        <dgm:presLayoutVars>
          <dgm:hierBranch val="init"/>
        </dgm:presLayoutVars>
      </dgm:prSet>
      <dgm:spPr/>
    </dgm:pt>
    <dgm:pt modelId="{D1DD0FF2-E4FC-45C3-9066-B556B20653B7}" type="pres">
      <dgm:prSet presAssocID="{7746B69C-BEB6-428C-A80F-C68795083D74}" presName="rootComposite" presStyleCnt="0"/>
      <dgm:spPr/>
    </dgm:pt>
    <dgm:pt modelId="{398FBF71-E2A9-41B1-9B1E-E81E4549B661}" type="pres">
      <dgm:prSet presAssocID="{7746B69C-BEB6-428C-A80F-C68795083D74}" presName="rootText" presStyleLbl="node4" presStyleIdx="0" presStyleCnt="2">
        <dgm:presLayoutVars>
          <dgm:chPref val="3"/>
        </dgm:presLayoutVars>
      </dgm:prSet>
      <dgm:spPr/>
    </dgm:pt>
    <dgm:pt modelId="{A7BAB56C-FFE9-428D-9614-4D1E926D6764}" type="pres">
      <dgm:prSet presAssocID="{7746B69C-BEB6-428C-A80F-C68795083D74}" presName="rootConnector" presStyleLbl="node4" presStyleIdx="0" presStyleCnt="2"/>
      <dgm:spPr/>
    </dgm:pt>
    <dgm:pt modelId="{5442583B-039D-4790-B255-7951BC2634D7}" type="pres">
      <dgm:prSet presAssocID="{7746B69C-BEB6-428C-A80F-C68795083D74}" presName="hierChild4" presStyleCnt="0"/>
      <dgm:spPr/>
    </dgm:pt>
    <dgm:pt modelId="{199F4A1D-D2F7-40FC-8F3C-A0098035400F}" type="pres">
      <dgm:prSet presAssocID="{7746B69C-BEB6-428C-A80F-C68795083D74}" presName="hierChild5" presStyleCnt="0"/>
      <dgm:spPr/>
    </dgm:pt>
    <dgm:pt modelId="{80B57A8C-3293-4E73-9563-380BA7658CBA}" type="pres">
      <dgm:prSet presAssocID="{B0FD7082-385B-4226-8A5C-789D30A21CED}" presName="hierChild5" presStyleCnt="0"/>
      <dgm:spPr/>
    </dgm:pt>
    <dgm:pt modelId="{327AF59A-20C4-4FCB-8171-498D4B23C626}" type="pres">
      <dgm:prSet presAssocID="{7A40576D-E890-4D26-BF34-BCF97890C970}" presName="Name37" presStyleLbl="parChTrans1D3" presStyleIdx="2" presStyleCnt="3"/>
      <dgm:spPr/>
    </dgm:pt>
    <dgm:pt modelId="{C9FAEE85-AF7A-42C5-804F-289F63D68DEC}" type="pres">
      <dgm:prSet presAssocID="{6A92F340-6D4C-4F97-9099-21A02E0899D9}" presName="hierRoot2" presStyleCnt="0">
        <dgm:presLayoutVars>
          <dgm:hierBranch val="init"/>
        </dgm:presLayoutVars>
      </dgm:prSet>
      <dgm:spPr/>
    </dgm:pt>
    <dgm:pt modelId="{48922312-4B59-4371-8992-6A1F1E66080B}" type="pres">
      <dgm:prSet presAssocID="{6A92F340-6D4C-4F97-9099-21A02E0899D9}" presName="rootComposite" presStyleCnt="0"/>
      <dgm:spPr/>
    </dgm:pt>
    <dgm:pt modelId="{9781B6BA-0A85-49AF-9602-E29256505C89}" type="pres">
      <dgm:prSet presAssocID="{6A92F340-6D4C-4F97-9099-21A02E0899D9}" presName="rootText" presStyleLbl="node3" presStyleIdx="2" presStyleCnt="3">
        <dgm:presLayoutVars>
          <dgm:chPref val="3"/>
        </dgm:presLayoutVars>
      </dgm:prSet>
      <dgm:spPr/>
    </dgm:pt>
    <dgm:pt modelId="{CFD6E1B3-75CB-416B-B266-42449C295813}" type="pres">
      <dgm:prSet presAssocID="{6A92F340-6D4C-4F97-9099-21A02E0899D9}" presName="rootConnector" presStyleLbl="node3" presStyleIdx="2" presStyleCnt="3"/>
      <dgm:spPr/>
    </dgm:pt>
    <dgm:pt modelId="{26F4F335-B1F7-4BF9-878E-DED59DF4D317}" type="pres">
      <dgm:prSet presAssocID="{6A92F340-6D4C-4F97-9099-21A02E0899D9}" presName="hierChild4" presStyleCnt="0"/>
      <dgm:spPr/>
    </dgm:pt>
    <dgm:pt modelId="{760E29F1-5C5D-4604-973D-F4451897C2FE}" type="pres">
      <dgm:prSet presAssocID="{70D00858-71E8-4CA0-AF6F-15013CFF25A0}" presName="Name37" presStyleLbl="parChTrans1D4" presStyleIdx="1" presStyleCnt="2"/>
      <dgm:spPr/>
    </dgm:pt>
    <dgm:pt modelId="{9B5AF282-8C39-4808-89F5-AAAB55095136}" type="pres">
      <dgm:prSet presAssocID="{945F5325-4262-422A-A460-277B60F2E084}" presName="hierRoot2" presStyleCnt="0">
        <dgm:presLayoutVars>
          <dgm:hierBranch val="init"/>
        </dgm:presLayoutVars>
      </dgm:prSet>
      <dgm:spPr/>
    </dgm:pt>
    <dgm:pt modelId="{0FD1861E-F04E-42B0-BEE0-3A16E5D4E60C}" type="pres">
      <dgm:prSet presAssocID="{945F5325-4262-422A-A460-277B60F2E084}" presName="rootComposite" presStyleCnt="0"/>
      <dgm:spPr/>
    </dgm:pt>
    <dgm:pt modelId="{DCAD4957-2B26-4F83-B857-2527C2C04C67}" type="pres">
      <dgm:prSet presAssocID="{945F5325-4262-422A-A460-277B60F2E084}" presName="rootText" presStyleLbl="node4" presStyleIdx="1" presStyleCnt="2">
        <dgm:presLayoutVars>
          <dgm:chPref val="3"/>
        </dgm:presLayoutVars>
      </dgm:prSet>
      <dgm:spPr/>
    </dgm:pt>
    <dgm:pt modelId="{2A56C6C9-CB04-4F0F-BCF9-9C10384401B4}" type="pres">
      <dgm:prSet presAssocID="{945F5325-4262-422A-A460-277B60F2E084}" presName="rootConnector" presStyleLbl="node4" presStyleIdx="1" presStyleCnt="2"/>
      <dgm:spPr/>
    </dgm:pt>
    <dgm:pt modelId="{DCB6ED2B-8C4A-46FD-91ED-EA273558E3F8}" type="pres">
      <dgm:prSet presAssocID="{945F5325-4262-422A-A460-277B60F2E084}" presName="hierChild4" presStyleCnt="0"/>
      <dgm:spPr/>
    </dgm:pt>
    <dgm:pt modelId="{76FB4EEB-BA66-48A2-B0B4-213F5F4D2513}" type="pres">
      <dgm:prSet presAssocID="{945F5325-4262-422A-A460-277B60F2E084}" presName="hierChild5" presStyleCnt="0"/>
      <dgm:spPr/>
    </dgm:pt>
    <dgm:pt modelId="{14D9E26D-8AC0-4066-B415-6F9395FEA4D0}" type="pres">
      <dgm:prSet presAssocID="{6A92F340-6D4C-4F97-9099-21A02E0899D9}" presName="hierChild5" presStyleCnt="0"/>
      <dgm:spPr/>
    </dgm:pt>
    <dgm:pt modelId="{09D26133-CF5F-4CE7-8E10-1C0AAD433D0F}" type="pres">
      <dgm:prSet presAssocID="{BFC7A885-BF07-4F0F-8D88-516006154A5E}" presName="hierChild5" presStyleCnt="0"/>
      <dgm:spPr/>
    </dgm:pt>
    <dgm:pt modelId="{05AD6474-BE1A-4CF6-A66C-9F4DB5FF4DD2}" type="pres">
      <dgm:prSet presAssocID="{2D1B57EE-4889-4DC3-8DF2-64C145065A1B}" presName="hierChild3" presStyleCnt="0"/>
      <dgm:spPr/>
    </dgm:pt>
  </dgm:ptLst>
  <dgm:cxnLst>
    <dgm:cxn modelId="{BEDE960A-C3DC-4409-9BD9-837BA8C6A548}" type="presOf" srcId="{C716B106-C089-40F4-9103-7800F7C46951}" destId="{627B6EA6-3B5F-4AFC-BED0-5AAEAACAE561}" srcOrd="0" destOrd="0" presId="urn:microsoft.com/office/officeart/2005/8/layout/orgChart1"/>
    <dgm:cxn modelId="{38859E0A-003A-4323-8C45-00677D836190}" type="presOf" srcId="{2A8A516F-72C4-42A2-B137-93BDD673658C}" destId="{5A5D7A04-D67D-4EB0-9677-45E2B91A8CD9}" srcOrd="1" destOrd="0" presId="urn:microsoft.com/office/officeart/2005/8/layout/orgChart1"/>
    <dgm:cxn modelId="{057BCF18-6178-405E-91F0-70071424B153}" type="presOf" srcId="{4016C86C-0201-4056-BCF8-10D71A79F759}" destId="{90DCEA4E-91D6-45C9-8683-29104B329953}" srcOrd="0" destOrd="0" presId="urn:microsoft.com/office/officeart/2005/8/layout/orgChart1"/>
    <dgm:cxn modelId="{2CD3EB1E-2E54-485B-B53E-1CF518A170A6}" type="presOf" srcId="{D7D11E7E-E1C7-448C-996A-0874361B8ED1}" destId="{C10210B4-4A07-4C21-BE14-9E0540A60D61}" srcOrd="0" destOrd="0" presId="urn:microsoft.com/office/officeart/2005/8/layout/orgChart1"/>
    <dgm:cxn modelId="{99B2DB25-51BA-4555-B663-662CFBA2B805}" type="presOf" srcId="{E5506A6E-85F9-4559-8B00-BDEE4C0688EB}" destId="{899347C1-9789-46F6-92BD-3204CFF55F56}" srcOrd="0" destOrd="0" presId="urn:microsoft.com/office/officeart/2005/8/layout/orgChart1"/>
    <dgm:cxn modelId="{849DDA26-5B77-4C3A-8A33-60421A0FAC51}" type="presOf" srcId="{2D1B57EE-4889-4DC3-8DF2-64C145065A1B}" destId="{DEE3A752-C819-449A-87D3-C460CF029E6B}" srcOrd="0" destOrd="0" presId="urn:microsoft.com/office/officeart/2005/8/layout/orgChart1"/>
    <dgm:cxn modelId="{C09E7732-B4DA-4314-B0CC-22E235BA475D}" type="presOf" srcId="{945F5325-4262-422A-A460-277B60F2E084}" destId="{DCAD4957-2B26-4F83-B857-2527C2C04C67}" srcOrd="0" destOrd="0" presId="urn:microsoft.com/office/officeart/2005/8/layout/orgChart1"/>
    <dgm:cxn modelId="{87D0C434-FD78-4CF1-BC93-565E897FDF86}" srcId="{4016C86C-0201-4056-BCF8-10D71A79F759}" destId="{2A8A516F-72C4-42A2-B137-93BDD673658C}" srcOrd="0" destOrd="0" parTransId="{02E63530-8812-472E-BE0F-C49ABDBD9C09}" sibTransId="{6882D52C-2389-4547-BAFE-E3785114C321}"/>
    <dgm:cxn modelId="{6482865B-9FCE-4D6A-8AF6-9CC023A67D13}" srcId="{BFC7A885-BF07-4F0F-8D88-516006154A5E}" destId="{6A92F340-6D4C-4F97-9099-21A02E0899D9}" srcOrd="1" destOrd="0" parTransId="{7A40576D-E890-4D26-BF34-BCF97890C970}" sibTransId="{7D692D4F-3841-42F0-ACF7-137E70053C43}"/>
    <dgm:cxn modelId="{5FC8A846-5E36-4F6E-A1CA-2AF275BAA501}" type="presOf" srcId="{6A92F340-6D4C-4F97-9099-21A02E0899D9}" destId="{9781B6BA-0A85-49AF-9602-E29256505C89}" srcOrd="0" destOrd="0" presId="urn:microsoft.com/office/officeart/2005/8/layout/orgChart1"/>
    <dgm:cxn modelId="{76A57E47-6BB6-4D00-A9CA-81EA069680F0}" type="presOf" srcId="{2A8A516F-72C4-42A2-B137-93BDD673658C}" destId="{B1E5620F-2A39-45A0-BFD9-C2B682B1B1EE}" srcOrd="0" destOrd="0" presId="urn:microsoft.com/office/officeart/2005/8/layout/orgChart1"/>
    <dgm:cxn modelId="{F82C5469-E7FC-485D-B7FB-0FBF1AB9EE50}" type="presOf" srcId="{02E63530-8812-472E-BE0F-C49ABDBD9C09}" destId="{57DF988E-FE5F-4B69-92FC-E221F469F124}" srcOrd="0" destOrd="0" presId="urn:microsoft.com/office/officeart/2005/8/layout/orgChart1"/>
    <dgm:cxn modelId="{B9D6ED6B-54B6-46FD-80BE-714F9293A4B0}" type="presOf" srcId="{2D1B57EE-4889-4DC3-8DF2-64C145065A1B}" destId="{658FE652-329A-4CE8-A36C-1DBA57843DBD}" srcOrd="1" destOrd="0" presId="urn:microsoft.com/office/officeart/2005/8/layout/orgChart1"/>
    <dgm:cxn modelId="{02310C71-3BEE-46CE-AEC2-9B30C5C04B7D}" srcId="{2D1B57EE-4889-4DC3-8DF2-64C145065A1B}" destId="{4016C86C-0201-4056-BCF8-10D71A79F759}" srcOrd="0" destOrd="0" parTransId="{E5506A6E-85F9-4559-8B00-BDEE4C0688EB}" sibTransId="{C599586A-55B2-4148-87E9-E7319C470941}"/>
    <dgm:cxn modelId="{77B41177-6E7A-49DC-A13F-5ABE93A8247C}" srcId="{C716B106-C089-40F4-9103-7800F7C46951}" destId="{2D1B57EE-4889-4DC3-8DF2-64C145065A1B}" srcOrd="0" destOrd="0" parTransId="{F236648F-65F3-4D79-914D-D5D364B4842B}" sibTransId="{4F4305C3-81E4-4D76-A4AC-F652DB00981A}"/>
    <dgm:cxn modelId="{E8F4597A-2B1F-47CF-A009-E8A0915CC697}" srcId="{B0FD7082-385B-4226-8A5C-789D30A21CED}" destId="{7746B69C-BEB6-428C-A80F-C68795083D74}" srcOrd="0" destOrd="0" parTransId="{D7D11E7E-E1C7-448C-996A-0874361B8ED1}" sibTransId="{87E0413C-A9A0-4470-8E73-47194E5C1B1B}"/>
    <dgm:cxn modelId="{F378698A-E5DB-4886-893D-F8204547A35F}" srcId="{BFC7A885-BF07-4F0F-8D88-516006154A5E}" destId="{B0FD7082-385B-4226-8A5C-789D30A21CED}" srcOrd="0" destOrd="0" parTransId="{42127D7C-2885-4B50-B228-1109803C9422}" sibTransId="{604AC300-5F2A-40AB-BECB-34DDFFBC1BFE}"/>
    <dgm:cxn modelId="{87E12A8E-64AD-482F-886B-CC9F21FCE0E6}" type="presOf" srcId="{EA731751-A87D-45CB-9F30-3C7DB5A1CDA7}" destId="{393B9BA8-7F54-42F0-B315-FCF8F7E7B5F0}" srcOrd="0" destOrd="0" presId="urn:microsoft.com/office/officeart/2005/8/layout/orgChart1"/>
    <dgm:cxn modelId="{EE5C0C8F-71B2-46A3-981E-BA148CD99936}" type="presOf" srcId="{42127D7C-2885-4B50-B228-1109803C9422}" destId="{8BFBC61D-F6ED-4653-91F9-B5A746973D97}" srcOrd="0" destOrd="0" presId="urn:microsoft.com/office/officeart/2005/8/layout/orgChart1"/>
    <dgm:cxn modelId="{1C27108F-4F5C-407D-8266-65FC57A7582F}" type="presOf" srcId="{BFC7A885-BF07-4F0F-8D88-516006154A5E}" destId="{514DAE9B-3776-4254-B1B2-3674F3D704B0}" srcOrd="1" destOrd="0" presId="urn:microsoft.com/office/officeart/2005/8/layout/orgChart1"/>
    <dgm:cxn modelId="{B2080997-0EDB-4B54-A581-3783E9E3B5BC}" srcId="{6A92F340-6D4C-4F97-9099-21A02E0899D9}" destId="{945F5325-4262-422A-A460-277B60F2E084}" srcOrd="0" destOrd="0" parTransId="{70D00858-71E8-4CA0-AF6F-15013CFF25A0}" sibTransId="{53ECFD20-3710-4013-A681-8C1E89951225}"/>
    <dgm:cxn modelId="{B3E75C9B-A3C6-452C-A60E-CA2154D11ECB}" type="presOf" srcId="{945F5325-4262-422A-A460-277B60F2E084}" destId="{2A56C6C9-CB04-4F0F-BCF9-9C10384401B4}" srcOrd="1" destOrd="0" presId="urn:microsoft.com/office/officeart/2005/8/layout/orgChart1"/>
    <dgm:cxn modelId="{D4F620A2-DB2C-439B-B9E8-C9158234978E}" type="presOf" srcId="{70D00858-71E8-4CA0-AF6F-15013CFF25A0}" destId="{760E29F1-5C5D-4604-973D-F4451897C2FE}" srcOrd="0" destOrd="0" presId="urn:microsoft.com/office/officeart/2005/8/layout/orgChart1"/>
    <dgm:cxn modelId="{7C5C80A4-6B9A-4808-B2A5-81849BA183AB}" type="presOf" srcId="{6A92F340-6D4C-4F97-9099-21A02E0899D9}" destId="{CFD6E1B3-75CB-416B-B266-42449C295813}" srcOrd="1" destOrd="0" presId="urn:microsoft.com/office/officeart/2005/8/layout/orgChart1"/>
    <dgm:cxn modelId="{974ACDAD-64D0-4399-A0C9-3706FAC9D4EC}" type="presOf" srcId="{B0FD7082-385B-4226-8A5C-789D30A21CED}" destId="{4C9F5449-F1C1-4892-81D1-638E1BAE82B0}" srcOrd="1" destOrd="0" presId="urn:microsoft.com/office/officeart/2005/8/layout/orgChart1"/>
    <dgm:cxn modelId="{9C2D87B0-BFE2-4B1C-9C36-9F5DC46F79BD}" srcId="{2D1B57EE-4889-4DC3-8DF2-64C145065A1B}" destId="{BFC7A885-BF07-4F0F-8D88-516006154A5E}" srcOrd="1" destOrd="0" parTransId="{EA731751-A87D-45CB-9F30-3C7DB5A1CDA7}" sibTransId="{56013188-9FB2-4757-ACFD-7A30FEFCB990}"/>
    <dgm:cxn modelId="{594A55BA-0DCB-4D86-B01D-44D61EF870EE}" type="presOf" srcId="{4016C86C-0201-4056-BCF8-10D71A79F759}" destId="{462277A8-5E8B-478B-BAEC-C966B2543182}" srcOrd="1" destOrd="0" presId="urn:microsoft.com/office/officeart/2005/8/layout/orgChart1"/>
    <dgm:cxn modelId="{CCFEE6C1-5F62-47D0-ACFC-4FD44E2E6616}" type="presOf" srcId="{7746B69C-BEB6-428C-A80F-C68795083D74}" destId="{A7BAB56C-FFE9-428D-9614-4D1E926D6764}" srcOrd="1" destOrd="0" presId="urn:microsoft.com/office/officeart/2005/8/layout/orgChart1"/>
    <dgm:cxn modelId="{E0DEEAC2-0B75-4716-94B3-8E8312E95EAA}" type="presOf" srcId="{B0FD7082-385B-4226-8A5C-789D30A21CED}" destId="{DCC0EB77-CE65-4C8A-91A4-3EFDAD133BF2}" srcOrd="0" destOrd="0" presId="urn:microsoft.com/office/officeart/2005/8/layout/orgChart1"/>
    <dgm:cxn modelId="{35A7F8CA-DE84-4802-88B2-D66CF2B12FBB}" type="presOf" srcId="{7746B69C-BEB6-428C-A80F-C68795083D74}" destId="{398FBF71-E2A9-41B1-9B1E-E81E4549B661}" srcOrd="0" destOrd="0" presId="urn:microsoft.com/office/officeart/2005/8/layout/orgChart1"/>
    <dgm:cxn modelId="{F86BA0EB-A8BE-46E1-9E7D-3BE9F822C164}" type="presOf" srcId="{7A40576D-E890-4D26-BF34-BCF97890C970}" destId="{327AF59A-20C4-4FCB-8171-498D4B23C626}" srcOrd="0" destOrd="0" presId="urn:microsoft.com/office/officeart/2005/8/layout/orgChart1"/>
    <dgm:cxn modelId="{4749DDF9-B501-4159-A4EC-9E1A364EEF5A}" type="presOf" srcId="{BFC7A885-BF07-4F0F-8D88-516006154A5E}" destId="{D4C629E5-5FC3-4227-9AD1-2F558A587DE3}" srcOrd="0" destOrd="0" presId="urn:microsoft.com/office/officeart/2005/8/layout/orgChart1"/>
    <dgm:cxn modelId="{ED5183EB-3FA1-4175-9FD9-242B0E91BF7C}" type="presParOf" srcId="{627B6EA6-3B5F-4AFC-BED0-5AAEAACAE561}" destId="{D244CEBA-3B9E-45F2-85F6-DE0B186092F4}" srcOrd="0" destOrd="0" presId="urn:microsoft.com/office/officeart/2005/8/layout/orgChart1"/>
    <dgm:cxn modelId="{284ED604-16E5-44FA-8912-63CDF91B889D}" type="presParOf" srcId="{D244CEBA-3B9E-45F2-85F6-DE0B186092F4}" destId="{8D83B166-8122-4313-87CC-487D532844E5}" srcOrd="0" destOrd="0" presId="urn:microsoft.com/office/officeart/2005/8/layout/orgChart1"/>
    <dgm:cxn modelId="{DAC86E88-9958-4A2D-AB1D-07EF57514DD6}" type="presParOf" srcId="{8D83B166-8122-4313-87CC-487D532844E5}" destId="{DEE3A752-C819-449A-87D3-C460CF029E6B}" srcOrd="0" destOrd="0" presId="urn:microsoft.com/office/officeart/2005/8/layout/orgChart1"/>
    <dgm:cxn modelId="{10E25118-8AD3-44B4-8300-904EC4719ED0}" type="presParOf" srcId="{8D83B166-8122-4313-87CC-487D532844E5}" destId="{658FE652-329A-4CE8-A36C-1DBA57843DBD}" srcOrd="1" destOrd="0" presId="urn:microsoft.com/office/officeart/2005/8/layout/orgChart1"/>
    <dgm:cxn modelId="{F90459BE-2F02-48F8-BAFD-1B387C35E753}" type="presParOf" srcId="{D244CEBA-3B9E-45F2-85F6-DE0B186092F4}" destId="{179A453A-53CD-4FD2-83C6-8619D191EDA9}" srcOrd="1" destOrd="0" presId="urn:microsoft.com/office/officeart/2005/8/layout/orgChart1"/>
    <dgm:cxn modelId="{E4384DB5-D780-4F3A-B8AF-DA226B5F0105}" type="presParOf" srcId="{179A453A-53CD-4FD2-83C6-8619D191EDA9}" destId="{899347C1-9789-46F6-92BD-3204CFF55F56}" srcOrd="0" destOrd="0" presId="urn:microsoft.com/office/officeart/2005/8/layout/orgChart1"/>
    <dgm:cxn modelId="{DC6A7EF1-5E30-44CD-89ED-B534595B567B}" type="presParOf" srcId="{179A453A-53CD-4FD2-83C6-8619D191EDA9}" destId="{D764650F-43ED-45E2-9451-3B225AF331BC}" srcOrd="1" destOrd="0" presId="urn:microsoft.com/office/officeart/2005/8/layout/orgChart1"/>
    <dgm:cxn modelId="{572C99EB-609E-4D18-B178-A911BD62A80F}" type="presParOf" srcId="{D764650F-43ED-45E2-9451-3B225AF331BC}" destId="{43288650-7132-48EC-9563-814AE6CA7C69}" srcOrd="0" destOrd="0" presId="urn:microsoft.com/office/officeart/2005/8/layout/orgChart1"/>
    <dgm:cxn modelId="{009D70AC-0181-40B5-B83E-5835B8616BF0}" type="presParOf" srcId="{43288650-7132-48EC-9563-814AE6CA7C69}" destId="{90DCEA4E-91D6-45C9-8683-29104B329953}" srcOrd="0" destOrd="0" presId="urn:microsoft.com/office/officeart/2005/8/layout/orgChart1"/>
    <dgm:cxn modelId="{E312EDAA-5C7D-4652-A382-BFBBF8225528}" type="presParOf" srcId="{43288650-7132-48EC-9563-814AE6CA7C69}" destId="{462277A8-5E8B-478B-BAEC-C966B2543182}" srcOrd="1" destOrd="0" presId="urn:microsoft.com/office/officeart/2005/8/layout/orgChart1"/>
    <dgm:cxn modelId="{C29CD618-1796-4A38-BC7A-3ECB6A0DD892}" type="presParOf" srcId="{D764650F-43ED-45E2-9451-3B225AF331BC}" destId="{62C72118-A2A9-4B87-BCB4-A4669EF352F8}" srcOrd="1" destOrd="0" presId="urn:microsoft.com/office/officeart/2005/8/layout/orgChart1"/>
    <dgm:cxn modelId="{CED9D98A-95E6-49E0-AE4F-8BB052474E40}" type="presParOf" srcId="{62C72118-A2A9-4B87-BCB4-A4669EF352F8}" destId="{57DF988E-FE5F-4B69-92FC-E221F469F124}" srcOrd="0" destOrd="0" presId="urn:microsoft.com/office/officeart/2005/8/layout/orgChart1"/>
    <dgm:cxn modelId="{A540A370-F842-4601-B5EB-9416AF4E6B9E}" type="presParOf" srcId="{62C72118-A2A9-4B87-BCB4-A4669EF352F8}" destId="{285F40AB-510C-4A4B-BF9F-9CAA9207D55E}" srcOrd="1" destOrd="0" presId="urn:microsoft.com/office/officeart/2005/8/layout/orgChart1"/>
    <dgm:cxn modelId="{AB1FC97E-95B9-4C1D-BB7D-2539E3396671}" type="presParOf" srcId="{285F40AB-510C-4A4B-BF9F-9CAA9207D55E}" destId="{E56CCC16-2A5C-4A68-93BC-59C815263F12}" srcOrd="0" destOrd="0" presId="urn:microsoft.com/office/officeart/2005/8/layout/orgChart1"/>
    <dgm:cxn modelId="{C79AF7E3-ED36-42CC-B887-8BD9CDBCE698}" type="presParOf" srcId="{E56CCC16-2A5C-4A68-93BC-59C815263F12}" destId="{B1E5620F-2A39-45A0-BFD9-C2B682B1B1EE}" srcOrd="0" destOrd="0" presId="urn:microsoft.com/office/officeart/2005/8/layout/orgChart1"/>
    <dgm:cxn modelId="{379D88AF-C79E-4445-9994-40DC4432BC6C}" type="presParOf" srcId="{E56CCC16-2A5C-4A68-93BC-59C815263F12}" destId="{5A5D7A04-D67D-4EB0-9677-45E2B91A8CD9}" srcOrd="1" destOrd="0" presId="urn:microsoft.com/office/officeart/2005/8/layout/orgChart1"/>
    <dgm:cxn modelId="{6D5F04FC-9117-4BD9-BD0D-8EC6D73105CC}" type="presParOf" srcId="{285F40AB-510C-4A4B-BF9F-9CAA9207D55E}" destId="{8BED581A-055F-47F9-BF05-44276B862CE0}" srcOrd="1" destOrd="0" presId="urn:microsoft.com/office/officeart/2005/8/layout/orgChart1"/>
    <dgm:cxn modelId="{228F063E-C2CC-49F9-B311-AAE33466F728}" type="presParOf" srcId="{285F40AB-510C-4A4B-BF9F-9CAA9207D55E}" destId="{65A4B95C-B199-452C-9725-6E358A008101}" srcOrd="2" destOrd="0" presId="urn:microsoft.com/office/officeart/2005/8/layout/orgChart1"/>
    <dgm:cxn modelId="{C42F9ED8-9790-4943-81CB-370BC22B3B61}" type="presParOf" srcId="{D764650F-43ED-45E2-9451-3B225AF331BC}" destId="{5983E7E6-C3B8-41E1-BDB1-DE0C09CD0C97}" srcOrd="2" destOrd="0" presId="urn:microsoft.com/office/officeart/2005/8/layout/orgChart1"/>
    <dgm:cxn modelId="{D3FB9CA4-D389-489B-83D9-310670D0968B}" type="presParOf" srcId="{179A453A-53CD-4FD2-83C6-8619D191EDA9}" destId="{393B9BA8-7F54-42F0-B315-FCF8F7E7B5F0}" srcOrd="2" destOrd="0" presId="urn:microsoft.com/office/officeart/2005/8/layout/orgChart1"/>
    <dgm:cxn modelId="{90244B99-B8E1-47F2-AA69-97C4CA4B9DD9}" type="presParOf" srcId="{179A453A-53CD-4FD2-83C6-8619D191EDA9}" destId="{2411ACE4-7779-40FF-8112-73571F823315}" srcOrd="3" destOrd="0" presId="urn:microsoft.com/office/officeart/2005/8/layout/orgChart1"/>
    <dgm:cxn modelId="{764F2E4C-B79A-463E-A804-62831D97106D}" type="presParOf" srcId="{2411ACE4-7779-40FF-8112-73571F823315}" destId="{DC684517-517F-49E0-9500-EAC6FA8176C1}" srcOrd="0" destOrd="0" presId="urn:microsoft.com/office/officeart/2005/8/layout/orgChart1"/>
    <dgm:cxn modelId="{84549BB2-25D8-45B7-AE31-E43771CAA211}" type="presParOf" srcId="{DC684517-517F-49E0-9500-EAC6FA8176C1}" destId="{D4C629E5-5FC3-4227-9AD1-2F558A587DE3}" srcOrd="0" destOrd="0" presId="urn:microsoft.com/office/officeart/2005/8/layout/orgChart1"/>
    <dgm:cxn modelId="{D2E9D184-C11A-485C-9702-2A1DC600DAFF}" type="presParOf" srcId="{DC684517-517F-49E0-9500-EAC6FA8176C1}" destId="{514DAE9B-3776-4254-B1B2-3674F3D704B0}" srcOrd="1" destOrd="0" presId="urn:microsoft.com/office/officeart/2005/8/layout/orgChart1"/>
    <dgm:cxn modelId="{A7DE6353-4A0E-46AD-BC25-6ED935F45D69}" type="presParOf" srcId="{2411ACE4-7779-40FF-8112-73571F823315}" destId="{6A76315F-33FB-4757-8D9E-94D151B2E6FF}" srcOrd="1" destOrd="0" presId="urn:microsoft.com/office/officeart/2005/8/layout/orgChart1"/>
    <dgm:cxn modelId="{CA3068DC-363A-481C-8B25-CD5C4A2D7D11}" type="presParOf" srcId="{6A76315F-33FB-4757-8D9E-94D151B2E6FF}" destId="{8BFBC61D-F6ED-4653-91F9-B5A746973D97}" srcOrd="0" destOrd="0" presId="urn:microsoft.com/office/officeart/2005/8/layout/orgChart1"/>
    <dgm:cxn modelId="{68D9E3CB-04AD-468A-A563-3E9852377EA1}" type="presParOf" srcId="{6A76315F-33FB-4757-8D9E-94D151B2E6FF}" destId="{4F91B50D-393E-431B-AD24-096BA7E2F72F}" srcOrd="1" destOrd="0" presId="urn:microsoft.com/office/officeart/2005/8/layout/orgChart1"/>
    <dgm:cxn modelId="{14EC7799-6F62-4F73-9609-A4B22AA814E5}" type="presParOf" srcId="{4F91B50D-393E-431B-AD24-096BA7E2F72F}" destId="{EF168E7D-73A2-4DF4-9D15-26FFFC45CB76}" srcOrd="0" destOrd="0" presId="urn:microsoft.com/office/officeart/2005/8/layout/orgChart1"/>
    <dgm:cxn modelId="{C157B1C3-6A88-4992-9631-2E9934A7EC13}" type="presParOf" srcId="{EF168E7D-73A2-4DF4-9D15-26FFFC45CB76}" destId="{DCC0EB77-CE65-4C8A-91A4-3EFDAD133BF2}" srcOrd="0" destOrd="0" presId="urn:microsoft.com/office/officeart/2005/8/layout/orgChart1"/>
    <dgm:cxn modelId="{6F3CDB33-06A5-4C94-9FD6-928213326D34}" type="presParOf" srcId="{EF168E7D-73A2-4DF4-9D15-26FFFC45CB76}" destId="{4C9F5449-F1C1-4892-81D1-638E1BAE82B0}" srcOrd="1" destOrd="0" presId="urn:microsoft.com/office/officeart/2005/8/layout/orgChart1"/>
    <dgm:cxn modelId="{2CB631EA-29DB-4CFC-9B37-3E1651E7F9BE}" type="presParOf" srcId="{4F91B50D-393E-431B-AD24-096BA7E2F72F}" destId="{1FF43DBF-18E8-41C9-809F-E927F3EC50AE}" srcOrd="1" destOrd="0" presId="urn:microsoft.com/office/officeart/2005/8/layout/orgChart1"/>
    <dgm:cxn modelId="{1E0805A5-D61C-4511-B255-A0F55A3FF033}" type="presParOf" srcId="{1FF43DBF-18E8-41C9-809F-E927F3EC50AE}" destId="{C10210B4-4A07-4C21-BE14-9E0540A60D61}" srcOrd="0" destOrd="0" presId="urn:microsoft.com/office/officeart/2005/8/layout/orgChart1"/>
    <dgm:cxn modelId="{01DCAA46-AFBB-4C57-89E5-C64A070AAB12}" type="presParOf" srcId="{1FF43DBF-18E8-41C9-809F-E927F3EC50AE}" destId="{FE70234B-BDAE-41C6-AA09-262A4A7F5F87}" srcOrd="1" destOrd="0" presId="urn:microsoft.com/office/officeart/2005/8/layout/orgChart1"/>
    <dgm:cxn modelId="{58D2FE5C-29D2-4712-AA2B-11F97E64B1A1}" type="presParOf" srcId="{FE70234B-BDAE-41C6-AA09-262A4A7F5F87}" destId="{D1DD0FF2-E4FC-45C3-9066-B556B20653B7}" srcOrd="0" destOrd="0" presId="urn:microsoft.com/office/officeart/2005/8/layout/orgChart1"/>
    <dgm:cxn modelId="{6DA6E1A7-2A1B-4F1B-915B-7C0AC9BFF04E}" type="presParOf" srcId="{D1DD0FF2-E4FC-45C3-9066-B556B20653B7}" destId="{398FBF71-E2A9-41B1-9B1E-E81E4549B661}" srcOrd="0" destOrd="0" presId="urn:microsoft.com/office/officeart/2005/8/layout/orgChart1"/>
    <dgm:cxn modelId="{37B292AE-645C-4AF5-A49F-E462E18A3E1A}" type="presParOf" srcId="{D1DD0FF2-E4FC-45C3-9066-B556B20653B7}" destId="{A7BAB56C-FFE9-428D-9614-4D1E926D6764}" srcOrd="1" destOrd="0" presId="urn:microsoft.com/office/officeart/2005/8/layout/orgChart1"/>
    <dgm:cxn modelId="{B691068F-8C39-438B-99B4-61714D3301EE}" type="presParOf" srcId="{FE70234B-BDAE-41C6-AA09-262A4A7F5F87}" destId="{5442583B-039D-4790-B255-7951BC2634D7}" srcOrd="1" destOrd="0" presId="urn:microsoft.com/office/officeart/2005/8/layout/orgChart1"/>
    <dgm:cxn modelId="{A58619E8-FE55-4943-8251-3640FB36FA20}" type="presParOf" srcId="{FE70234B-BDAE-41C6-AA09-262A4A7F5F87}" destId="{199F4A1D-D2F7-40FC-8F3C-A0098035400F}" srcOrd="2" destOrd="0" presId="urn:microsoft.com/office/officeart/2005/8/layout/orgChart1"/>
    <dgm:cxn modelId="{3F1569CF-F19C-4AA0-8337-B5CBC9504DEF}" type="presParOf" srcId="{4F91B50D-393E-431B-AD24-096BA7E2F72F}" destId="{80B57A8C-3293-4E73-9563-380BA7658CBA}" srcOrd="2" destOrd="0" presId="urn:microsoft.com/office/officeart/2005/8/layout/orgChart1"/>
    <dgm:cxn modelId="{1F3F2B93-653B-461F-84B0-A471A2827AD3}" type="presParOf" srcId="{6A76315F-33FB-4757-8D9E-94D151B2E6FF}" destId="{327AF59A-20C4-4FCB-8171-498D4B23C626}" srcOrd="2" destOrd="0" presId="urn:microsoft.com/office/officeart/2005/8/layout/orgChart1"/>
    <dgm:cxn modelId="{764144A1-CD31-4535-AFE6-89D69642BFE5}" type="presParOf" srcId="{6A76315F-33FB-4757-8D9E-94D151B2E6FF}" destId="{C9FAEE85-AF7A-42C5-804F-289F63D68DEC}" srcOrd="3" destOrd="0" presId="urn:microsoft.com/office/officeart/2005/8/layout/orgChart1"/>
    <dgm:cxn modelId="{5895A560-9BDC-43D1-8EEC-AB6354C64D55}" type="presParOf" srcId="{C9FAEE85-AF7A-42C5-804F-289F63D68DEC}" destId="{48922312-4B59-4371-8992-6A1F1E66080B}" srcOrd="0" destOrd="0" presId="urn:microsoft.com/office/officeart/2005/8/layout/orgChart1"/>
    <dgm:cxn modelId="{944E5AAE-1569-4AB8-AEF7-8E6A00D5B08A}" type="presParOf" srcId="{48922312-4B59-4371-8992-6A1F1E66080B}" destId="{9781B6BA-0A85-49AF-9602-E29256505C89}" srcOrd="0" destOrd="0" presId="urn:microsoft.com/office/officeart/2005/8/layout/orgChart1"/>
    <dgm:cxn modelId="{1BAA9DA6-184C-4F08-9CC2-4128E77F896A}" type="presParOf" srcId="{48922312-4B59-4371-8992-6A1F1E66080B}" destId="{CFD6E1B3-75CB-416B-B266-42449C295813}" srcOrd="1" destOrd="0" presId="urn:microsoft.com/office/officeart/2005/8/layout/orgChart1"/>
    <dgm:cxn modelId="{E7BF2783-17C5-4380-AE4B-14DABB37DCBF}" type="presParOf" srcId="{C9FAEE85-AF7A-42C5-804F-289F63D68DEC}" destId="{26F4F335-B1F7-4BF9-878E-DED59DF4D317}" srcOrd="1" destOrd="0" presId="urn:microsoft.com/office/officeart/2005/8/layout/orgChart1"/>
    <dgm:cxn modelId="{DAA5C30D-B4DF-4D0F-927D-7B1EBEBCAEBB}" type="presParOf" srcId="{26F4F335-B1F7-4BF9-878E-DED59DF4D317}" destId="{760E29F1-5C5D-4604-973D-F4451897C2FE}" srcOrd="0" destOrd="0" presId="urn:microsoft.com/office/officeart/2005/8/layout/orgChart1"/>
    <dgm:cxn modelId="{3F87B663-DF7A-40FE-A183-72CB938A010D}" type="presParOf" srcId="{26F4F335-B1F7-4BF9-878E-DED59DF4D317}" destId="{9B5AF282-8C39-4808-89F5-AAAB55095136}" srcOrd="1" destOrd="0" presId="urn:microsoft.com/office/officeart/2005/8/layout/orgChart1"/>
    <dgm:cxn modelId="{8FE236AD-3A90-4AE4-A39E-10261330B014}" type="presParOf" srcId="{9B5AF282-8C39-4808-89F5-AAAB55095136}" destId="{0FD1861E-F04E-42B0-BEE0-3A16E5D4E60C}" srcOrd="0" destOrd="0" presId="urn:microsoft.com/office/officeart/2005/8/layout/orgChart1"/>
    <dgm:cxn modelId="{E8F455BB-2D55-4842-8F49-2E1EDF643C94}" type="presParOf" srcId="{0FD1861E-F04E-42B0-BEE0-3A16E5D4E60C}" destId="{DCAD4957-2B26-4F83-B857-2527C2C04C67}" srcOrd="0" destOrd="0" presId="urn:microsoft.com/office/officeart/2005/8/layout/orgChart1"/>
    <dgm:cxn modelId="{E63A3FA7-A8FA-4761-8562-C862E5B6EB82}" type="presParOf" srcId="{0FD1861E-F04E-42B0-BEE0-3A16E5D4E60C}" destId="{2A56C6C9-CB04-4F0F-BCF9-9C10384401B4}" srcOrd="1" destOrd="0" presId="urn:microsoft.com/office/officeart/2005/8/layout/orgChart1"/>
    <dgm:cxn modelId="{EC5A352D-A398-4780-BA66-A79D4B927298}" type="presParOf" srcId="{9B5AF282-8C39-4808-89F5-AAAB55095136}" destId="{DCB6ED2B-8C4A-46FD-91ED-EA273558E3F8}" srcOrd="1" destOrd="0" presId="urn:microsoft.com/office/officeart/2005/8/layout/orgChart1"/>
    <dgm:cxn modelId="{6AE53440-7658-4D2F-A82E-A848F4612F64}" type="presParOf" srcId="{9B5AF282-8C39-4808-89F5-AAAB55095136}" destId="{76FB4EEB-BA66-48A2-B0B4-213F5F4D2513}" srcOrd="2" destOrd="0" presId="urn:microsoft.com/office/officeart/2005/8/layout/orgChart1"/>
    <dgm:cxn modelId="{25DA41FF-C713-4788-89D9-50230D9109BF}" type="presParOf" srcId="{C9FAEE85-AF7A-42C5-804F-289F63D68DEC}" destId="{14D9E26D-8AC0-4066-B415-6F9395FEA4D0}" srcOrd="2" destOrd="0" presId="urn:microsoft.com/office/officeart/2005/8/layout/orgChart1"/>
    <dgm:cxn modelId="{3B960A7D-989F-472D-92CE-3C2784402A58}" type="presParOf" srcId="{2411ACE4-7779-40FF-8112-73571F823315}" destId="{09D26133-CF5F-4CE7-8E10-1C0AAD433D0F}" srcOrd="2" destOrd="0" presId="urn:microsoft.com/office/officeart/2005/8/layout/orgChart1"/>
    <dgm:cxn modelId="{1DBBB326-990E-426C-8534-C8B01D6317C6}" type="presParOf" srcId="{D244CEBA-3B9E-45F2-85F6-DE0B186092F4}" destId="{05AD6474-BE1A-4CF6-A66C-9F4DB5FF4DD2}" srcOrd="2" destOrd="0" presId="urn:microsoft.com/office/officeart/2005/8/layout/orgChart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9949BDB-30F7-4559-99FC-01ABF9DE7CCB}" type="doc">
      <dgm:prSet loTypeId="urn:microsoft.com/office/officeart/2005/8/layout/equation1" loCatId="process" qsTypeId="urn:microsoft.com/office/officeart/2005/8/quickstyle/simple1" qsCatId="simple" csTypeId="urn:microsoft.com/office/officeart/2005/8/colors/accent1_2" csCatId="accent1" phldr="1"/>
      <dgm:spPr/>
    </dgm:pt>
    <dgm:pt modelId="{578E215A-E16A-463A-8F5A-1B466D7D2634}">
      <dgm:prSet phldrT="[Text]">
        <dgm:style>
          <a:lnRef idx="2">
            <a:schemeClr val="accent1"/>
          </a:lnRef>
          <a:fillRef idx="1">
            <a:schemeClr val="lt1"/>
          </a:fillRef>
          <a:effectRef idx="0">
            <a:schemeClr val="accent1"/>
          </a:effectRef>
          <a:fontRef idx="minor">
            <a:schemeClr val="dk1"/>
          </a:fontRef>
        </dgm:style>
      </dgm:prSet>
      <dgm:spPr/>
      <dgm:t>
        <a:bodyPr/>
        <a:lstStyle/>
        <a:p>
          <a:r>
            <a:rPr lang="en-US" dirty="0"/>
            <a:t>Transitive Verb (read)</a:t>
          </a:r>
        </a:p>
      </dgm:t>
    </dgm:pt>
    <dgm:pt modelId="{7624D696-E7B4-47D0-9930-200B9362DA93}" type="parTrans" cxnId="{4FBE7F25-429F-4AA9-9B94-3F39F52C0728}">
      <dgm:prSet/>
      <dgm:spPr/>
      <dgm:t>
        <a:bodyPr/>
        <a:lstStyle/>
        <a:p>
          <a:endParaRPr lang="en-US"/>
        </a:p>
      </dgm:t>
    </dgm:pt>
    <dgm:pt modelId="{CDC8C51F-0B6B-4EEA-A0E5-391CBF8D2CB4}" type="sibTrans" cxnId="{4FBE7F25-429F-4AA9-9B94-3F39F52C0728}">
      <dgm:prSet/>
      <dgm:spPr/>
      <dgm:t>
        <a:bodyPr/>
        <a:lstStyle/>
        <a:p>
          <a:endParaRPr lang="en-US"/>
        </a:p>
      </dgm:t>
    </dgm:pt>
    <dgm:pt modelId="{CF64F9B3-841F-4DE1-A61D-6BFAA02B7297}">
      <dgm:prSet phldrT="[Text]">
        <dgm:style>
          <a:lnRef idx="2">
            <a:schemeClr val="accent1"/>
          </a:lnRef>
          <a:fillRef idx="1">
            <a:schemeClr val="lt1"/>
          </a:fillRef>
          <a:effectRef idx="0">
            <a:schemeClr val="accent1"/>
          </a:effectRef>
          <a:fontRef idx="minor">
            <a:schemeClr val="dk1"/>
          </a:fontRef>
        </dgm:style>
      </dgm:prSet>
      <dgm:spPr/>
      <dgm:t>
        <a:bodyPr/>
        <a:lstStyle/>
        <a:p>
          <a:r>
            <a:rPr lang="en-US" dirty="0"/>
            <a:t>-able</a:t>
          </a:r>
        </a:p>
      </dgm:t>
    </dgm:pt>
    <dgm:pt modelId="{2A960220-ECB4-4EA6-9F5D-C204EED86069}" type="parTrans" cxnId="{4E8A5D0D-34ED-412E-B582-3DD24D3F8FEF}">
      <dgm:prSet/>
      <dgm:spPr/>
      <dgm:t>
        <a:bodyPr/>
        <a:lstStyle/>
        <a:p>
          <a:endParaRPr lang="en-US"/>
        </a:p>
      </dgm:t>
    </dgm:pt>
    <dgm:pt modelId="{40B5D4F9-1921-4D2C-AE3A-CA559DF9C7A8}" type="sibTrans" cxnId="{4E8A5D0D-34ED-412E-B582-3DD24D3F8FEF}">
      <dgm:prSet/>
      <dgm:spPr/>
      <dgm:t>
        <a:bodyPr/>
        <a:lstStyle/>
        <a:p>
          <a:endParaRPr lang="en-US"/>
        </a:p>
      </dgm:t>
    </dgm:pt>
    <dgm:pt modelId="{73FAA0E6-9739-4919-B093-911F0AB6D3E1}">
      <dgm:prSet phldrT="[Text]">
        <dgm:style>
          <a:lnRef idx="2">
            <a:schemeClr val="accent2"/>
          </a:lnRef>
          <a:fillRef idx="1">
            <a:schemeClr val="lt1"/>
          </a:fillRef>
          <a:effectRef idx="0">
            <a:schemeClr val="accent2"/>
          </a:effectRef>
          <a:fontRef idx="minor">
            <a:schemeClr val="dk1"/>
          </a:fontRef>
        </dgm:style>
      </dgm:prSet>
      <dgm:spPr/>
      <dgm:t>
        <a:bodyPr/>
        <a:lstStyle/>
        <a:p>
          <a:r>
            <a:rPr lang="en-US" dirty="0"/>
            <a:t>Productive (readable)</a:t>
          </a:r>
        </a:p>
      </dgm:t>
    </dgm:pt>
    <dgm:pt modelId="{C4C274F8-48B0-4163-A1BB-A69C57902557}" type="parTrans" cxnId="{266F378F-DCC7-4FCA-87FB-EB76F63B51BD}">
      <dgm:prSet/>
      <dgm:spPr/>
      <dgm:t>
        <a:bodyPr/>
        <a:lstStyle/>
        <a:p>
          <a:endParaRPr lang="en-US"/>
        </a:p>
      </dgm:t>
    </dgm:pt>
    <dgm:pt modelId="{6A27BA44-E23E-4153-A01D-FCD8EF3356BE}" type="sibTrans" cxnId="{266F378F-DCC7-4FCA-87FB-EB76F63B51BD}">
      <dgm:prSet/>
      <dgm:spPr/>
      <dgm:t>
        <a:bodyPr/>
        <a:lstStyle/>
        <a:p>
          <a:endParaRPr lang="en-US"/>
        </a:p>
      </dgm:t>
    </dgm:pt>
    <dgm:pt modelId="{70D0544B-7979-4B7F-ADE9-D34DA4333079}" type="pres">
      <dgm:prSet presAssocID="{59949BDB-30F7-4559-99FC-01ABF9DE7CCB}" presName="linearFlow" presStyleCnt="0">
        <dgm:presLayoutVars>
          <dgm:dir/>
          <dgm:resizeHandles val="exact"/>
        </dgm:presLayoutVars>
      </dgm:prSet>
      <dgm:spPr/>
    </dgm:pt>
    <dgm:pt modelId="{817898AB-2DA6-4493-8831-58290DFA59B3}" type="pres">
      <dgm:prSet presAssocID="{578E215A-E16A-463A-8F5A-1B466D7D2634}" presName="node" presStyleLbl="node1" presStyleIdx="0" presStyleCnt="3" custScaleX="170208">
        <dgm:presLayoutVars>
          <dgm:bulletEnabled val="1"/>
        </dgm:presLayoutVars>
      </dgm:prSet>
      <dgm:spPr>
        <a:prstGeom prst="rect">
          <a:avLst/>
        </a:prstGeom>
      </dgm:spPr>
    </dgm:pt>
    <dgm:pt modelId="{B5FE1075-D7C5-4640-8C66-3F42A934A7F8}" type="pres">
      <dgm:prSet presAssocID="{CDC8C51F-0B6B-4EEA-A0E5-391CBF8D2CB4}" presName="spacerL" presStyleCnt="0"/>
      <dgm:spPr/>
    </dgm:pt>
    <dgm:pt modelId="{256A2805-7B62-4AB8-9E44-F6EE23605598}" type="pres">
      <dgm:prSet presAssocID="{CDC8C51F-0B6B-4EEA-A0E5-391CBF8D2CB4}" presName="sibTrans" presStyleLbl="sibTrans2D1" presStyleIdx="0" presStyleCnt="2"/>
      <dgm:spPr/>
    </dgm:pt>
    <dgm:pt modelId="{B5BC375A-9623-45DB-8CD8-D885D7AD2223}" type="pres">
      <dgm:prSet presAssocID="{CDC8C51F-0B6B-4EEA-A0E5-391CBF8D2CB4}" presName="spacerR" presStyleCnt="0"/>
      <dgm:spPr/>
    </dgm:pt>
    <dgm:pt modelId="{8A123D56-528F-4B39-B0FD-4EEA75E341CB}" type="pres">
      <dgm:prSet presAssocID="{CF64F9B3-841F-4DE1-A61D-6BFAA02B7297}" presName="node" presStyleLbl="node1" presStyleIdx="1" presStyleCnt="3">
        <dgm:presLayoutVars>
          <dgm:bulletEnabled val="1"/>
        </dgm:presLayoutVars>
      </dgm:prSet>
      <dgm:spPr>
        <a:prstGeom prst="rect">
          <a:avLst/>
        </a:prstGeom>
      </dgm:spPr>
    </dgm:pt>
    <dgm:pt modelId="{ECDBFF85-A300-4398-9430-6BE6476A945E}" type="pres">
      <dgm:prSet presAssocID="{40B5D4F9-1921-4D2C-AE3A-CA559DF9C7A8}" presName="spacerL" presStyleCnt="0"/>
      <dgm:spPr/>
    </dgm:pt>
    <dgm:pt modelId="{2C49DA7A-3D8D-483F-89A4-4B163A055227}" type="pres">
      <dgm:prSet presAssocID="{40B5D4F9-1921-4D2C-AE3A-CA559DF9C7A8}" presName="sibTrans" presStyleLbl="sibTrans2D1" presStyleIdx="1" presStyleCnt="2"/>
      <dgm:spPr/>
    </dgm:pt>
    <dgm:pt modelId="{2D4C51FF-6AEC-4AA7-9378-11AC2F180C00}" type="pres">
      <dgm:prSet presAssocID="{40B5D4F9-1921-4D2C-AE3A-CA559DF9C7A8}" presName="spacerR" presStyleCnt="0"/>
      <dgm:spPr/>
    </dgm:pt>
    <dgm:pt modelId="{31A1DA67-3D4D-4347-A3EB-BF87898A75CF}" type="pres">
      <dgm:prSet presAssocID="{73FAA0E6-9739-4919-B093-911F0AB6D3E1}" presName="node" presStyleLbl="node1" presStyleIdx="2" presStyleCnt="3" custScaleX="118200">
        <dgm:presLayoutVars>
          <dgm:bulletEnabled val="1"/>
        </dgm:presLayoutVars>
      </dgm:prSet>
      <dgm:spPr>
        <a:prstGeom prst="rect">
          <a:avLst/>
        </a:prstGeom>
      </dgm:spPr>
    </dgm:pt>
  </dgm:ptLst>
  <dgm:cxnLst>
    <dgm:cxn modelId="{4E8A5D0D-34ED-412E-B582-3DD24D3F8FEF}" srcId="{59949BDB-30F7-4559-99FC-01ABF9DE7CCB}" destId="{CF64F9B3-841F-4DE1-A61D-6BFAA02B7297}" srcOrd="1" destOrd="0" parTransId="{2A960220-ECB4-4EA6-9F5D-C204EED86069}" sibTransId="{40B5D4F9-1921-4D2C-AE3A-CA559DF9C7A8}"/>
    <dgm:cxn modelId="{EDC4251B-9064-4B5B-B877-236273E6CD90}" type="presOf" srcId="{59949BDB-30F7-4559-99FC-01ABF9DE7CCB}" destId="{70D0544B-7979-4B7F-ADE9-D34DA4333079}" srcOrd="0" destOrd="0" presId="urn:microsoft.com/office/officeart/2005/8/layout/equation1"/>
    <dgm:cxn modelId="{4FBE7F25-429F-4AA9-9B94-3F39F52C0728}" srcId="{59949BDB-30F7-4559-99FC-01ABF9DE7CCB}" destId="{578E215A-E16A-463A-8F5A-1B466D7D2634}" srcOrd="0" destOrd="0" parTransId="{7624D696-E7B4-47D0-9930-200B9362DA93}" sibTransId="{CDC8C51F-0B6B-4EEA-A0E5-391CBF8D2CB4}"/>
    <dgm:cxn modelId="{520E133D-F933-44E1-8245-28D398819D5C}" type="presOf" srcId="{73FAA0E6-9739-4919-B093-911F0AB6D3E1}" destId="{31A1DA67-3D4D-4347-A3EB-BF87898A75CF}" srcOrd="0" destOrd="0" presId="urn:microsoft.com/office/officeart/2005/8/layout/equation1"/>
    <dgm:cxn modelId="{4CECE44D-AFD0-40A7-BC01-CC3BA1373D19}" type="presOf" srcId="{40B5D4F9-1921-4D2C-AE3A-CA559DF9C7A8}" destId="{2C49DA7A-3D8D-483F-89A4-4B163A055227}" srcOrd="0" destOrd="0" presId="urn:microsoft.com/office/officeart/2005/8/layout/equation1"/>
    <dgm:cxn modelId="{840B0B8A-5FF2-4A3C-80C9-EB4B1D083401}" type="presOf" srcId="{CDC8C51F-0B6B-4EEA-A0E5-391CBF8D2CB4}" destId="{256A2805-7B62-4AB8-9E44-F6EE23605598}" srcOrd="0" destOrd="0" presId="urn:microsoft.com/office/officeart/2005/8/layout/equation1"/>
    <dgm:cxn modelId="{266F378F-DCC7-4FCA-87FB-EB76F63B51BD}" srcId="{59949BDB-30F7-4559-99FC-01ABF9DE7CCB}" destId="{73FAA0E6-9739-4919-B093-911F0AB6D3E1}" srcOrd="2" destOrd="0" parTransId="{C4C274F8-48B0-4163-A1BB-A69C57902557}" sibTransId="{6A27BA44-E23E-4153-A01D-FCD8EF3356BE}"/>
    <dgm:cxn modelId="{2A3AF0AB-0838-4D33-8F63-146BDAF5ED73}" type="presOf" srcId="{CF64F9B3-841F-4DE1-A61D-6BFAA02B7297}" destId="{8A123D56-528F-4B39-B0FD-4EEA75E341CB}" srcOrd="0" destOrd="0" presId="urn:microsoft.com/office/officeart/2005/8/layout/equation1"/>
    <dgm:cxn modelId="{8EAE39DA-AF26-4C34-AA52-C526769468DF}" type="presOf" srcId="{578E215A-E16A-463A-8F5A-1B466D7D2634}" destId="{817898AB-2DA6-4493-8831-58290DFA59B3}" srcOrd="0" destOrd="0" presId="urn:microsoft.com/office/officeart/2005/8/layout/equation1"/>
    <dgm:cxn modelId="{A4CF0842-DF42-4A09-BB0B-6DE4685BC89F}" type="presParOf" srcId="{70D0544B-7979-4B7F-ADE9-D34DA4333079}" destId="{817898AB-2DA6-4493-8831-58290DFA59B3}" srcOrd="0" destOrd="0" presId="urn:microsoft.com/office/officeart/2005/8/layout/equation1"/>
    <dgm:cxn modelId="{5C32B0C9-1D40-40B0-844F-2F86D71190F9}" type="presParOf" srcId="{70D0544B-7979-4B7F-ADE9-D34DA4333079}" destId="{B5FE1075-D7C5-4640-8C66-3F42A934A7F8}" srcOrd="1" destOrd="0" presId="urn:microsoft.com/office/officeart/2005/8/layout/equation1"/>
    <dgm:cxn modelId="{D27C6E80-C34F-4F93-8DF7-D2B69A09EFA5}" type="presParOf" srcId="{70D0544B-7979-4B7F-ADE9-D34DA4333079}" destId="{256A2805-7B62-4AB8-9E44-F6EE23605598}" srcOrd="2" destOrd="0" presId="urn:microsoft.com/office/officeart/2005/8/layout/equation1"/>
    <dgm:cxn modelId="{6A7266BC-905F-47EB-8AC6-797D640873D9}" type="presParOf" srcId="{70D0544B-7979-4B7F-ADE9-D34DA4333079}" destId="{B5BC375A-9623-45DB-8CD8-D885D7AD2223}" srcOrd="3" destOrd="0" presId="urn:microsoft.com/office/officeart/2005/8/layout/equation1"/>
    <dgm:cxn modelId="{78C604C8-5A16-46CB-B803-F72A033C128F}" type="presParOf" srcId="{70D0544B-7979-4B7F-ADE9-D34DA4333079}" destId="{8A123D56-528F-4B39-B0FD-4EEA75E341CB}" srcOrd="4" destOrd="0" presId="urn:microsoft.com/office/officeart/2005/8/layout/equation1"/>
    <dgm:cxn modelId="{281CADEA-ADBC-466E-95DC-1DF400F1039B}" type="presParOf" srcId="{70D0544B-7979-4B7F-ADE9-D34DA4333079}" destId="{ECDBFF85-A300-4398-9430-6BE6476A945E}" srcOrd="5" destOrd="0" presId="urn:microsoft.com/office/officeart/2005/8/layout/equation1"/>
    <dgm:cxn modelId="{B7B1E6AE-0864-47C7-A6EE-103A0794DF89}" type="presParOf" srcId="{70D0544B-7979-4B7F-ADE9-D34DA4333079}" destId="{2C49DA7A-3D8D-483F-89A4-4B163A055227}" srcOrd="6" destOrd="0" presId="urn:microsoft.com/office/officeart/2005/8/layout/equation1"/>
    <dgm:cxn modelId="{5B6F391A-B0D8-4525-B4CA-3DD34C7C3049}" type="presParOf" srcId="{70D0544B-7979-4B7F-ADE9-D34DA4333079}" destId="{2D4C51FF-6AEC-4AA7-9378-11AC2F180C00}" srcOrd="7" destOrd="0" presId="urn:microsoft.com/office/officeart/2005/8/layout/equation1"/>
    <dgm:cxn modelId="{2FA9B110-D312-4F9D-83AF-EB64A47EAA03}" type="presParOf" srcId="{70D0544B-7979-4B7F-ADE9-D34DA4333079}" destId="{31A1DA67-3D4D-4347-A3EB-BF87898A75CF}" srcOrd="8" destOrd="0" presId="urn:microsoft.com/office/officeart/2005/8/layout/equati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9949BDB-30F7-4559-99FC-01ABF9DE7CCB}" type="doc">
      <dgm:prSet loTypeId="urn:microsoft.com/office/officeart/2005/8/layout/equation1" loCatId="process" qsTypeId="urn:microsoft.com/office/officeart/2005/8/quickstyle/simple1" qsCatId="simple" csTypeId="urn:microsoft.com/office/officeart/2005/8/colors/accent1_2" csCatId="accent1" phldr="1"/>
      <dgm:spPr/>
    </dgm:pt>
    <dgm:pt modelId="{578E215A-E16A-463A-8F5A-1B466D7D2634}">
      <dgm:prSet phldrT="[Text]">
        <dgm:style>
          <a:lnRef idx="2">
            <a:schemeClr val="accent1"/>
          </a:lnRef>
          <a:fillRef idx="1">
            <a:schemeClr val="lt1"/>
          </a:fillRef>
          <a:effectRef idx="0">
            <a:schemeClr val="accent1"/>
          </a:effectRef>
          <a:fontRef idx="minor">
            <a:schemeClr val="dk1"/>
          </a:fontRef>
        </dgm:style>
      </dgm:prSet>
      <dgm:spPr/>
      <dgm:t>
        <a:bodyPr/>
        <a:lstStyle/>
        <a:p>
          <a:r>
            <a:rPr lang="en-US" dirty="0"/>
            <a:t>Noun (game)</a:t>
          </a:r>
        </a:p>
      </dgm:t>
    </dgm:pt>
    <dgm:pt modelId="{7624D696-E7B4-47D0-9930-200B9362DA93}" type="parTrans" cxnId="{4FBE7F25-429F-4AA9-9B94-3F39F52C0728}">
      <dgm:prSet/>
      <dgm:spPr/>
      <dgm:t>
        <a:bodyPr/>
        <a:lstStyle/>
        <a:p>
          <a:endParaRPr lang="en-US"/>
        </a:p>
      </dgm:t>
    </dgm:pt>
    <dgm:pt modelId="{CDC8C51F-0B6B-4EEA-A0E5-391CBF8D2CB4}" type="sibTrans" cxnId="{4FBE7F25-429F-4AA9-9B94-3F39F52C0728}">
      <dgm:prSet/>
      <dgm:spPr/>
      <dgm:t>
        <a:bodyPr/>
        <a:lstStyle/>
        <a:p>
          <a:endParaRPr lang="en-US"/>
        </a:p>
      </dgm:t>
    </dgm:pt>
    <dgm:pt modelId="{CF64F9B3-841F-4DE1-A61D-6BFAA02B7297}">
      <dgm:prSet phldrT="[Text]">
        <dgm:style>
          <a:lnRef idx="2">
            <a:schemeClr val="accent1"/>
          </a:lnRef>
          <a:fillRef idx="1">
            <a:schemeClr val="lt1"/>
          </a:fillRef>
          <a:effectRef idx="0">
            <a:schemeClr val="accent1"/>
          </a:effectRef>
          <a:fontRef idx="minor">
            <a:schemeClr val="dk1"/>
          </a:fontRef>
        </dgm:style>
      </dgm:prSet>
      <dgm:spPr/>
      <dgm:t>
        <a:bodyPr/>
        <a:lstStyle/>
        <a:p>
          <a:r>
            <a:rPr lang="en-US" dirty="0"/>
            <a:t>-able</a:t>
          </a:r>
        </a:p>
      </dgm:t>
    </dgm:pt>
    <dgm:pt modelId="{2A960220-ECB4-4EA6-9F5D-C204EED86069}" type="parTrans" cxnId="{4E8A5D0D-34ED-412E-B582-3DD24D3F8FEF}">
      <dgm:prSet/>
      <dgm:spPr/>
      <dgm:t>
        <a:bodyPr/>
        <a:lstStyle/>
        <a:p>
          <a:endParaRPr lang="en-US"/>
        </a:p>
      </dgm:t>
    </dgm:pt>
    <dgm:pt modelId="{40B5D4F9-1921-4D2C-AE3A-CA559DF9C7A8}" type="sibTrans" cxnId="{4E8A5D0D-34ED-412E-B582-3DD24D3F8FEF}">
      <dgm:prSet/>
      <dgm:spPr/>
      <dgm:t>
        <a:bodyPr/>
        <a:lstStyle/>
        <a:p>
          <a:endParaRPr lang="en-US"/>
        </a:p>
      </dgm:t>
    </dgm:pt>
    <dgm:pt modelId="{73FAA0E6-9739-4919-B093-911F0AB6D3E1}">
      <dgm:prSet phldrT="[Text]">
        <dgm:style>
          <a:lnRef idx="2">
            <a:schemeClr val="accent2"/>
          </a:lnRef>
          <a:fillRef idx="1">
            <a:schemeClr val="lt1"/>
          </a:fillRef>
          <a:effectRef idx="0">
            <a:schemeClr val="accent2"/>
          </a:effectRef>
          <a:fontRef idx="minor">
            <a:schemeClr val="dk1"/>
          </a:fontRef>
        </dgm:style>
      </dgm:prSet>
      <dgm:spPr/>
      <dgm:t>
        <a:bodyPr/>
        <a:lstStyle/>
        <a:p>
          <a:r>
            <a:rPr lang="en-US" dirty="0"/>
            <a:t>Not Productive (</a:t>
          </a:r>
          <a:r>
            <a:rPr lang="en-US" dirty="0" err="1"/>
            <a:t>gameable</a:t>
          </a:r>
          <a:r>
            <a:rPr lang="en-US" dirty="0"/>
            <a:t>)</a:t>
          </a:r>
        </a:p>
      </dgm:t>
    </dgm:pt>
    <dgm:pt modelId="{C4C274F8-48B0-4163-A1BB-A69C57902557}" type="parTrans" cxnId="{266F378F-DCC7-4FCA-87FB-EB76F63B51BD}">
      <dgm:prSet/>
      <dgm:spPr/>
      <dgm:t>
        <a:bodyPr/>
        <a:lstStyle/>
        <a:p>
          <a:endParaRPr lang="en-US"/>
        </a:p>
      </dgm:t>
    </dgm:pt>
    <dgm:pt modelId="{6A27BA44-E23E-4153-A01D-FCD8EF3356BE}" type="sibTrans" cxnId="{266F378F-DCC7-4FCA-87FB-EB76F63B51BD}">
      <dgm:prSet/>
      <dgm:spPr/>
      <dgm:t>
        <a:bodyPr/>
        <a:lstStyle/>
        <a:p>
          <a:endParaRPr lang="en-US"/>
        </a:p>
      </dgm:t>
    </dgm:pt>
    <dgm:pt modelId="{70D0544B-7979-4B7F-ADE9-D34DA4333079}" type="pres">
      <dgm:prSet presAssocID="{59949BDB-30F7-4559-99FC-01ABF9DE7CCB}" presName="linearFlow" presStyleCnt="0">
        <dgm:presLayoutVars>
          <dgm:dir/>
          <dgm:resizeHandles val="exact"/>
        </dgm:presLayoutVars>
      </dgm:prSet>
      <dgm:spPr/>
    </dgm:pt>
    <dgm:pt modelId="{817898AB-2DA6-4493-8831-58290DFA59B3}" type="pres">
      <dgm:prSet presAssocID="{578E215A-E16A-463A-8F5A-1B466D7D2634}" presName="node" presStyleLbl="node1" presStyleIdx="0" presStyleCnt="3" custScaleX="168568">
        <dgm:presLayoutVars>
          <dgm:bulletEnabled val="1"/>
        </dgm:presLayoutVars>
      </dgm:prSet>
      <dgm:spPr>
        <a:prstGeom prst="rect">
          <a:avLst/>
        </a:prstGeom>
      </dgm:spPr>
    </dgm:pt>
    <dgm:pt modelId="{B5FE1075-D7C5-4640-8C66-3F42A934A7F8}" type="pres">
      <dgm:prSet presAssocID="{CDC8C51F-0B6B-4EEA-A0E5-391CBF8D2CB4}" presName="spacerL" presStyleCnt="0"/>
      <dgm:spPr/>
    </dgm:pt>
    <dgm:pt modelId="{256A2805-7B62-4AB8-9E44-F6EE23605598}" type="pres">
      <dgm:prSet presAssocID="{CDC8C51F-0B6B-4EEA-A0E5-391CBF8D2CB4}" presName="sibTrans" presStyleLbl="sibTrans2D1" presStyleIdx="0" presStyleCnt="2"/>
      <dgm:spPr/>
    </dgm:pt>
    <dgm:pt modelId="{B5BC375A-9623-45DB-8CD8-D885D7AD2223}" type="pres">
      <dgm:prSet presAssocID="{CDC8C51F-0B6B-4EEA-A0E5-391CBF8D2CB4}" presName="spacerR" presStyleCnt="0"/>
      <dgm:spPr/>
    </dgm:pt>
    <dgm:pt modelId="{8A123D56-528F-4B39-B0FD-4EEA75E341CB}" type="pres">
      <dgm:prSet presAssocID="{CF64F9B3-841F-4DE1-A61D-6BFAA02B7297}" presName="node" presStyleLbl="node1" presStyleIdx="1" presStyleCnt="3" custScaleX="108529">
        <dgm:presLayoutVars>
          <dgm:bulletEnabled val="1"/>
        </dgm:presLayoutVars>
      </dgm:prSet>
      <dgm:spPr>
        <a:prstGeom prst="rect">
          <a:avLst/>
        </a:prstGeom>
      </dgm:spPr>
    </dgm:pt>
    <dgm:pt modelId="{ECDBFF85-A300-4398-9430-6BE6476A945E}" type="pres">
      <dgm:prSet presAssocID="{40B5D4F9-1921-4D2C-AE3A-CA559DF9C7A8}" presName="spacerL" presStyleCnt="0"/>
      <dgm:spPr/>
    </dgm:pt>
    <dgm:pt modelId="{2C49DA7A-3D8D-483F-89A4-4B163A055227}" type="pres">
      <dgm:prSet presAssocID="{40B5D4F9-1921-4D2C-AE3A-CA559DF9C7A8}" presName="sibTrans" presStyleLbl="sibTrans2D1" presStyleIdx="1" presStyleCnt="2"/>
      <dgm:spPr/>
    </dgm:pt>
    <dgm:pt modelId="{2D4C51FF-6AEC-4AA7-9378-11AC2F180C00}" type="pres">
      <dgm:prSet presAssocID="{40B5D4F9-1921-4D2C-AE3A-CA559DF9C7A8}" presName="spacerR" presStyleCnt="0"/>
      <dgm:spPr/>
    </dgm:pt>
    <dgm:pt modelId="{31A1DA67-3D4D-4347-A3EB-BF87898A75CF}" type="pres">
      <dgm:prSet presAssocID="{73FAA0E6-9739-4919-B093-911F0AB6D3E1}" presName="node" presStyleLbl="node1" presStyleIdx="2" presStyleCnt="3" custScaleX="120266">
        <dgm:presLayoutVars>
          <dgm:bulletEnabled val="1"/>
        </dgm:presLayoutVars>
      </dgm:prSet>
      <dgm:spPr>
        <a:prstGeom prst="rect">
          <a:avLst/>
        </a:prstGeom>
      </dgm:spPr>
    </dgm:pt>
  </dgm:ptLst>
  <dgm:cxnLst>
    <dgm:cxn modelId="{4E8A5D0D-34ED-412E-B582-3DD24D3F8FEF}" srcId="{59949BDB-30F7-4559-99FC-01ABF9DE7CCB}" destId="{CF64F9B3-841F-4DE1-A61D-6BFAA02B7297}" srcOrd="1" destOrd="0" parTransId="{2A960220-ECB4-4EA6-9F5D-C204EED86069}" sibTransId="{40B5D4F9-1921-4D2C-AE3A-CA559DF9C7A8}"/>
    <dgm:cxn modelId="{F6311B1B-C2D0-422B-8D52-D35B0A736704}" type="presOf" srcId="{CF64F9B3-841F-4DE1-A61D-6BFAA02B7297}" destId="{8A123D56-528F-4B39-B0FD-4EEA75E341CB}" srcOrd="0" destOrd="0" presId="urn:microsoft.com/office/officeart/2005/8/layout/equation1"/>
    <dgm:cxn modelId="{4FBE7F25-429F-4AA9-9B94-3F39F52C0728}" srcId="{59949BDB-30F7-4559-99FC-01ABF9DE7CCB}" destId="{578E215A-E16A-463A-8F5A-1B466D7D2634}" srcOrd="0" destOrd="0" parTransId="{7624D696-E7B4-47D0-9930-200B9362DA93}" sibTransId="{CDC8C51F-0B6B-4EEA-A0E5-391CBF8D2CB4}"/>
    <dgm:cxn modelId="{669C6C2C-9A04-42A5-9C0D-152B972B7B88}" type="presOf" srcId="{59949BDB-30F7-4559-99FC-01ABF9DE7CCB}" destId="{70D0544B-7979-4B7F-ADE9-D34DA4333079}" srcOrd="0" destOrd="0" presId="urn:microsoft.com/office/officeart/2005/8/layout/equation1"/>
    <dgm:cxn modelId="{6F2EDD81-6AC3-4B34-AB17-7C26FEC607C1}" type="presOf" srcId="{40B5D4F9-1921-4D2C-AE3A-CA559DF9C7A8}" destId="{2C49DA7A-3D8D-483F-89A4-4B163A055227}" srcOrd="0" destOrd="0" presId="urn:microsoft.com/office/officeart/2005/8/layout/equation1"/>
    <dgm:cxn modelId="{266F378F-DCC7-4FCA-87FB-EB76F63B51BD}" srcId="{59949BDB-30F7-4559-99FC-01ABF9DE7CCB}" destId="{73FAA0E6-9739-4919-B093-911F0AB6D3E1}" srcOrd="2" destOrd="0" parTransId="{C4C274F8-48B0-4163-A1BB-A69C57902557}" sibTransId="{6A27BA44-E23E-4153-A01D-FCD8EF3356BE}"/>
    <dgm:cxn modelId="{5DF718B1-8E58-4A44-8054-C1FD7F702A1A}" type="presOf" srcId="{CDC8C51F-0B6B-4EEA-A0E5-391CBF8D2CB4}" destId="{256A2805-7B62-4AB8-9E44-F6EE23605598}" srcOrd="0" destOrd="0" presId="urn:microsoft.com/office/officeart/2005/8/layout/equation1"/>
    <dgm:cxn modelId="{30116ABA-8487-4CBA-9735-3CF0296A9351}" type="presOf" srcId="{73FAA0E6-9739-4919-B093-911F0AB6D3E1}" destId="{31A1DA67-3D4D-4347-A3EB-BF87898A75CF}" srcOrd="0" destOrd="0" presId="urn:microsoft.com/office/officeart/2005/8/layout/equation1"/>
    <dgm:cxn modelId="{243383E6-5012-42E0-AA11-BBA57540C18F}" type="presOf" srcId="{578E215A-E16A-463A-8F5A-1B466D7D2634}" destId="{817898AB-2DA6-4493-8831-58290DFA59B3}" srcOrd="0" destOrd="0" presId="urn:microsoft.com/office/officeart/2005/8/layout/equation1"/>
    <dgm:cxn modelId="{AF250CC4-758C-4AC9-92AB-E4E2AF178E1D}" type="presParOf" srcId="{70D0544B-7979-4B7F-ADE9-D34DA4333079}" destId="{817898AB-2DA6-4493-8831-58290DFA59B3}" srcOrd="0" destOrd="0" presId="urn:microsoft.com/office/officeart/2005/8/layout/equation1"/>
    <dgm:cxn modelId="{DF32215B-AF79-4B5C-A78D-EF6D8D7A13E9}" type="presParOf" srcId="{70D0544B-7979-4B7F-ADE9-D34DA4333079}" destId="{B5FE1075-D7C5-4640-8C66-3F42A934A7F8}" srcOrd="1" destOrd="0" presId="urn:microsoft.com/office/officeart/2005/8/layout/equation1"/>
    <dgm:cxn modelId="{3653BABB-D672-4349-A962-1E9AEFC018D3}" type="presParOf" srcId="{70D0544B-7979-4B7F-ADE9-D34DA4333079}" destId="{256A2805-7B62-4AB8-9E44-F6EE23605598}" srcOrd="2" destOrd="0" presId="urn:microsoft.com/office/officeart/2005/8/layout/equation1"/>
    <dgm:cxn modelId="{FB4A8D40-F424-49EB-B0F1-660D85E46955}" type="presParOf" srcId="{70D0544B-7979-4B7F-ADE9-D34DA4333079}" destId="{B5BC375A-9623-45DB-8CD8-D885D7AD2223}" srcOrd="3" destOrd="0" presId="urn:microsoft.com/office/officeart/2005/8/layout/equation1"/>
    <dgm:cxn modelId="{053FA531-0A3C-4134-8A53-7C88545B05B0}" type="presParOf" srcId="{70D0544B-7979-4B7F-ADE9-D34DA4333079}" destId="{8A123D56-528F-4B39-B0FD-4EEA75E341CB}" srcOrd="4" destOrd="0" presId="urn:microsoft.com/office/officeart/2005/8/layout/equation1"/>
    <dgm:cxn modelId="{A3464D7C-57EE-40CD-9F35-00DD80893526}" type="presParOf" srcId="{70D0544B-7979-4B7F-ADE9-D34DA4333079}" destId="{ECDBFF85-A300-4398-9430-6BE6476A945E}" srcOrd="5" destOrd="0" presId="urn:microsoft.com/office/officeart/2005/8/layout/equation1"/>
    <dgm:cxn modelId="{899929C4-DA43-43BC-8E85-E75E998CB22E}" type="presParOf" srcId="{70D0544B-7979-4B7F-ADE9-D34DA4333079}" destId="{2C49DA7A-3D8D-483F-89A4-4B163A055227}" srcOrd="6" destOrd="0" presId="urn:microsoft.com/office/officeart/2005/8/layout/equation1"/>
    <dgm:cxn modelId="{1535E629-753A-494A-BC9A-D8B10DE44C77}" type="presParOf" srcId="{70D0544B-7979-4B7F-ADE9-D34DA4333079}" destId="{2D4C51FF-6AEC-4AA7-9378-11AC2F180C00}" srcOrd="7" destOrd="0" presId="urn:microsoft.com/office/officeart/2005/8/layout/equation1"/>
    <dgm:cxn modelId="{F7EBF205-9986-4521-97C7-3FE63093DFEB}" type="presParOf" srcId="{70D0544B-7979-4B7F-ADE9-D34DA4333079}" destId="{31A1DA67-3D4D-4347-A3EB-BF87898A75CF}" srcOrd="8" destOrd="0" presId="urn:microsoft.com/office/officeart/2005/8/layout/equation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A26E9DC-0188-409C-844E-1155585CB634}" type="doc">
      <dgm:prSet loTypeId="urn:microsoft.com/office/officeart/2005/8/layout/process4" loCatId="process" qsTypeId="urn:microsoft.com/office/officeart/2005/8/quickstyle/simple2" qsCatId="simple" csTypeId="urn:microsoft.com/office/officeart/2005/8/colors/accent1_2" csCatId="accent1" phldr="1"/>
      <dgm:spPr/>
      <dgm:t>
        <a:bodyPr/>
        <a:lstStyle/>
        <a:p>
          <a:endParaRPr lang="en-US"/>
        </a:p>
      </dgm:t>
    </dgm:pt>
    <dgm:pt modelId="{08FC9383-413B-4CF5-A2DE-84E46CB74C4D}">
      <dgm:prSet phldrT="[Text]" custT="1">
        <dgm:style>
          <a:lnRef idx="2">
            <a:schemeClr val="accent1"/>
          </a:lnRef>
          <a:fillRef idx="1">
            <a:schemeClr val="lt1"/>
          </a:fillRef>
          <a:effectRef idx="0">
            <a:schemeClr val="accent1"/>
          </a:effectRef>
          <a:fontRef idx="minor">
            <a:schemeClr val="dk1"/>
          </a:fontRef>
        </dgm:style>
      </dgm:prSet>
      <dgm:spPr/>
      <dgm:t>
        <a:bodyPr/>
        <a:lstStyle/>
        <a:p>
          <a:r>
            <a:rPr lang="en-US" sz="2800" dirty="0"/>
            <a:t>hospit</a:t>
          </a:r>
          <a:r>
            <a:rPr lang="en-US" sz="2800" dirty="0">
              <a:solidFill>
                <a:srgbClr val="FF33CC"/>
              </a:solidFill>
            </a:rPr>
            <a:t>able</a:t>
          </a:r>
          <a:r>
            <a:rPr lang="en-US" sz="2800" dirty="0"/>
            <a:t>, size</a:t>
          </a:r>
          <a:r>
            <a:rPr lang="en-US" sz="2800" dirty="0">
              <a:solidFill>
                <a:srgbClr val="FF33CC"/>
              </a:solidFill>
            </a:rPr>
            <a:t>able</a:t>
          </a:r>
        </a:p>
      </dgm:t>
    </dgm:pt>
    <dgm:pt modelId="{67DFF417-BBA0-48D9-B1D8-5FC12B93FE29}" type="parTrans" cxnId="{DEFE4037-74CA-4966-B905-632C6745030B}">
      <dgm:prSet/>
      <dgm:spPr/>
      <dgm:t>
        <a:bodyPr/>
        <a:lstStyle/>
        <a:p>
          <a:endParaRPr lang="en-US"/>
        </a:p>
      </dgm:t>
    </dgm:pt>
    <dgm:pt modelId="{47B13B61-3419-4792-9BC0-A97489E0F8D1}" type="sibTrans" cxnId="{DEFE4037-74CA-4966-B905-632C6745030B}">
      <dgm:prSet/>
      <dgm:spPr/>
      <dgm:t>
        <a:bodyPr/>
        <a:lstStyle/>
        <a:p>
          <a:endParaRPr lang="en-US"/>
        </a:p>
      </dgm:t>
    </dgm:pt>
    <dgm:pt modelId="{8A6702EF-15C9-43D6-AE4F-B5084B44617B}">
      <dgm:prSet phldrT="[Text]" custT="1">
        <dgm:style>
          <a:lnRef idx="2">
            <a:schemeClr val="accent1"/>
          </a:lnRef>
          <a:fillRef idx="1">
            <a:schemeClr val="lt1"/>
          </a:fillRef>
          <a:effectRef idx="0">
            <a:schemeClr val="accent1"/>
          </a:effectRef>
          <a:fontRef idx="minor">
            <a:schemeClr val="dk1"/>
          </a:fontRef>
        </dgm:style>
      </dgm:prSet>
      <dgm:spPr/>
      <dgm:t>
        <a:bodyPr/>
        <a:lstStyle/>
        <a:p>
          <a:r>
            <a:rPr lang="en-US" sz="2800" dirty="0"/>
            <a:t>They don’t have the meaning “to be able”</a:t>
          </a:r>
        </a:p>
        <a:p>
          <a:r>
            <a:rPr lang="en-US" sz="2800" dirty="0"/>
            <a:t>They can not take the suffix -</a:t>
          </a:r>
          <a:r>
            <a:rPr lang="en-US" sz="2800" dirty="0" err="1"/>
            <a:t>ity</a:t>
          </a:r>
          <a:r>
            <a:rPr lang="en-US" sz="2800" dirty="0"/>
            <a:t> to form a noun</a:t>
          </a:r>
        </a:p>
      </dgm:t>
    </dgm:pt>
    <dgm:pt modelId="{FB57C053-CBED-4342-BC39-7659C016BC76}" type="parTrans" cxnId="{5571E739-BCE2-4382-B2FA-2442CDD35FC2}">
      <dgm:prSet/>
      <dgm:spPr/>
      <dgm:t>
        <a:bodyPr/>
        <a:lstStyle/>
        <a:p>
          <a:endParaRPr lang="en-US"/>
        </a:p>
      </dgm:t>
    </dgm:pt>
    <dgm:pt modelId="{692D0968-3D36-42A3-B00A-BDC8F25844ED}" type="sibTrans" cxnId="{5571E739-BCE2-4382-B2FA-2442CDD35FC2}">
      <dgm:prSet/>
      <dgm:spPr/>
      <dgm:t>
        <a:bodyPr/>
        <a:lstStyle/>
        <a:p>
          <a:endParaRPr lang="en-US"/>
        </a:p>
      </dgm:t>
    </dgm:pt>
    <dgm:pt modelId="{2CBD4AB9-26D6-4280-92B3-00F1D7DB1C65}">
      <dgm:prSet phldrT="[Text]" custT="1">
        <dgm:style>
          <a:lnRef idx="2">
            <a:schemeClr val="accent1"/>
          </a:lnRef>
          <a:fillRef idx="1">
            <a:schemeClr val="lt1"/>
          </a:fillRef>
          <a:effectRef idx="0">
            <a:schemeClr val="accent1"/>
          </a:effectRef>
          <a:fontRef idx="minor">
            <a:schemeClr val="dk1"/>
          </a:fontRef>
        </dgm:style>
      </dgm:prSet>
      <dgm:spPr/>
      <dgm:t>
        <a:bodyPr/>
        <a:lstStyle/>
        <a:p>
          <a:r>
            <a:rPr lang="en-US" sz="2800" dirty="0"/>
            <a:t>Analyzing them as the words containing suffix -able leads to false analysis</a:t>
          </a:r>
        </a:p>
      </dgm:t>
    </dgm:pt>
    <dgm:pt modelId="{0CA1AD03-6D83-4770-B706-641369944C2D}" type="parTrans" cxnId="{7C604CFE-DBC2-4127-B497-9032663B6281}">
      <dgm:prSet/>
      <dgm:spPr/>
      <dgm:t>
        <a:bodyPr/>
        <a:lstStyle/>
        <a:p>
          <a:endParaRPr lang="en-US"/>
        </a:p>
      </dgm:t>
    </dgm:pt>
    <dgm:pt modelId="{FA71CEE0-5DDB-4599-A509-6BFA2A82A556}" type="sibTrans" cxnId="{7C604CFE-DBC2-4127-B497-9032663B6281}">
      <dgm:prSet/>
      <dgm:spPr/>
      <dgm:t>
        <a:bodyPr/>
        <a:lstStyle/>
        <a:p>
          <a:endParaRPr lang="en-US"/>
        </a:p>
      </dgm:t>
    </dgm:pt>
    <dgm:pt modelId="{2C71FA46-74E2-43FF-BA18-39453B1378E6}" type="pres">
      <dgm:prSet presAssocID="{5A26E9DC-0188-409C-844E-1155585CB634}" presName="Name0" presStyleCnt="0">
        <dgm:presLayoutVars>
          <dgm:dir/>
          <dgm:animLvl val="lvl"/>
          <dgm:resizeHandles val="exact"/>
        </dgm:presLayoutVars>
      </dgm:prSet>
      <dgm:spPr/>
    </dgm:pt>
    <dgm:pt modelId="{83299634-EAA4-4DF5-8F32-496AC3880113}" type="pres">
      <dgm:prSet presAssocID="{2CBD4AB9-26D6-4280-92B3-00F1D7DB1C65}" presName="boxAndChildren" presStyleCnt="0"/>
      <dgm:spPr/>
    </dgm:pt>
    <dgm:pt modelId="{1C74039C-CF36-47A8-9D2C-B7C5FFC3CA65}" type="pres">
      <dgm:prSet presAssocID="{2CBD4AB9-26D6-4280-92B3-00F1D7DB1C65}" presName="parentTextBox" presStyleLbl="node1" presStyleIdx="0" presStyleCnt="3"/>
      <dgm:spPr/>
    </dgm:pt>
    <dgm:pt modelId="{BF0B0484-20C8-45AC-9DFB-7926C3F27DEB}" type="pres">
      <dgm:prSet presAssocID="{692D0968-3D36-42A3-B00A-BDC8F25844ED}" presName="sp" presStyleCnt="0"/>
      <dgm:spPr/>
    </dgm:pt>
    <dgm:pt modelId="{C1F42454-F838-4A6B-BDFE-65498344267C}" type="pres">
      <dgm:prSet presAssocID="{8A6702EF-15C9-43D6-AE4F-B5084B44617B}" presName="arrowAndChildren" presStyleCnt="0"/>
      <dgm:spPr/>
    </dgm:pt>
    <dgm:pt modelId="{168E309A-1B7B-4D7B-98CD-9922C1990336}" type="pres">
      <dgm:prSet presAssocID="{8A6702EF-15C9-43D6-AE4F-B5084B44617B}" presName="parentTextArrow" presStyleLbl="node1" presStyleIdx="1" presStyleCnt="3"/>
      <dgm:spPr/>
    </dgm:pt>
    <dgm:pt modelId="{10C9169F-C90C-414C-8803-162FD4527E11}" type="pres">
      <dgm:prSet presAssocID="{47B13B61-3419-4792-9BC0-A97489E0F8D1}" presName="sp" presStyleCnt="0"/>
      <dgm:spPr/>
    </dgm:pt>
    <dgm:pt modelId="{1B79B45C-B24D-4122-9271-5E42150EE2BE}" type="pres">
      <dgm:prSet presAssocID="{08FC9383-413B-4CF5-A2DE-84E46CB74C4D}" presName="arrowAndChildren" presStyleCnt="0"/>
      <dgm:spPr/>
    </dgm:pt>
    <dgm:pt modelId="{BC48EAED-8EDA-46C3-83B4-639AC6993888}" type="pres">
      <dgm:prSet presAssocID="{08FC9383-413B-4CF5-A2DE-84E46CB74C4D}" presName="parentTextArrow" presStyleLbl="node1" presStyleIdx="2" presStyleCnt="3"/>
      <dgm:spPr/>
    </dgm:pt>
  </dgm:ptLst>
  <dgm:cxnLst>
    <dgm:cxn modelId="{DEFE4037-74CA-4966-B905-632C6745030B}" srcId="{5A26E9DC-0188-409C-844E-1155585CB634}" destId="{08FC9383-413B-4CF5-A2DE-84E46CB74C4D}" srcOrd="0" destOrd="0" parTransId="{67DFF417-BBA0-48D9-B1D8-5FC12B93FE29}" sibTransId="{47B13B61-3419-4792-9BC0-A97489E0F8D1}"/>
    <dgm:cxn modelId="{5571E739-BCE2-4382-B2FA-2442CDD35FC2}" srcId="{5A26E9DC-0188-409C-844E-1155585CB634}" destId="{8A6702EF-15C9-43D6-AE4F-B5084B44617B}" srcOrd="1" destOrd="0" parTransId="{FB57C053-CBED-4342-BC39-7659C016BC76}" sibTransId="{692D0968-3D36-42A3-B00A-BDC8F25844ED}"/>
    <dgm:cxn modelId="{EF41615C-8567-44BE-8F8A-1758C669B28E}" type="presOf" srcId="{5A26E9DC-0188-409C-844E-1155585CB634}" destId="{2C71FA46-74E2-43FF-BA18-39453B1378E6}" srcOrd="0" destOrd="0" presId="urn:microsoft.com/office/officeart/2005/8/layout/process4"/>
    <dgm:cxn modelId="{26F21E89-2DE0-469F-9372-79AF8620D634}" type="presOf" srcId="{2CBD4AB9-26D6-4280-92B3-00F1D7DB1C65}" destId="{1C74039C-CF36-47A8-9D2C-B7C5FFC3CA65}" srcOrd="0" destOrd="0" presId="urn:microsoft.com/office/officeart/2005/8/layout/process4"/>
    <dgm:cxn modelId="{6DCE069C-310A-4A17-AEC7-BB8DF98DB8EF}" type="presOf" srcId="{8A6702EF-15C9-43D6-AE4F-B5084B44617B}" destId="{168E309A-1B7B-4D7B-98CD-9922C1990336}" srcOrd="0" destOrd="0" presId="urn:microsoft.com/office/officeart/2005/8/layout/process4"/>
    <dgm:cxn modelId="{C0EC0ECD-03C0-4119-B889-CF50F8F40651}" type="presOf" srcId="{08FC9383-413B-4CF5-A2DE-84E46CB74C4D}" destId="{BC48EAED-8EDA-46C3-83B4-639AC6993888}" srcOrd="0" destOrd="0" presId="urn:microsoft.com/office/officeart/2005/8/layout/process4"/>
    <dgm:cxn modelId="{7C604CFE-DBC2-4127-B497-9032663B6281}" srcId="{5A26E9DC-0188-409C-844E-1155585CB634}" destId="{2CBD4AB9-26D6-4280-92B3-00F1D7DB1C65}" srcOrd="2" destOrd="0" parTransId="{0CA1AD03-6D83-4770-B706-641369944C2D}" sibTransId="{FA71CEE0-5DDB-4599-A509-6BFA2A82A556}"/>
    <dgm:cxn modelId="{53D1F290-ED75-4947-B848-510F82D724D6}" type="presParOf" srcId="{2C71FA46-74E2-43FF-BA18-39453B1378E6}" destId="{83299634-EAA4-4DF5-8F32-496AC3880113}" srcOrd="0" destOrd="0" presId="urn:microsoft.com/office/officeart/2005/8/layout/process4"/>
    <dgm:cxn modelId="{23D221F6-58BD-4C12-AA5E-301B282E6CEB}" type="presParOf" srcId="{83299634-EAA4-4DF5-8F32-496AC3880113}" destId="{1C74039C-CF36-47A8-9D2C-B7C5FFC3CA65}" srcOrd="0" destOrd="0" presId="urn:microsoft.com/office/officeart/2005/8/layout/process4"/>
    <dgm:cxn modelId="{59C6376D-33F3-4993-9693-610A2B5435EE}" type="presParOf" srcId="{2C71FA46-74E2-43FF-BA18-39453B1378E6}" destId="{BF0B0484-20C8-45AC-9DFB-7926C3F27DEB}" srcOrd="1" destOrd="0" presId="urn:microsoft.com/office/officeart/2005/8/layout/process4"/>
    <dgm:cxn modelId="{5D98F4FE-8E98-452A-825E-FE001C1358A4}" type="presParOf" srcId="{2C71FA46-74E2-43FF-BA18-39453B1378E6}" destId="{C1F42454-F838-4A6B-BDFE-65498344267C}" srcOrd="2" destOrd="0" presId="urn:microsoft.com/office/officeart/2005/8/layout/process4"/>
    <dgm:cxn modelId="{B1FD0A01-A918-44D6-9000-5E56F1970F85}" type="presParOf" srcId="{C1F42454-F838-4A6B-BDFE-65498344267C}" destId="{168E309A-1B7B-4D7B-98CD-9922C1990336}" srcOrd="0" destOrd="0" presId="urn:microsoft.com/office/officeart/2005/8/layout/process4"/>
    <dgm:cxn modelId="{AC2C78FB-CDAE-466D-9021-7C855F9744FA}" type="presParOf" srcId="{2C71FA46-74E2-43FF-BA18-39453B1378E6}" destId="{10C9169F-C90C-414C-8803-162FD4527E11}" srcOrd="3" destOrd="0" presId="urn:microsoft.com/office/officeart/2005/8/layout/process4"/>
    <dgm:cxn modelId="{4EB43FA7-A759-41AD-874D-9342C2B0BC61}" type="presParOf" srcId="{2C71FA46-74E2-43FF-BA18-39453B1378E6}" destId="{1B79B45C-B24D-4122-9271-5E42150EE2BE}" srcOrd="4" destOrd="0" presId="urn:microsoft.com/office/officeart/2005/8/layout/process4"/>
    <dgm:cxn modelId="{EE9AE69A-BCFE-42E5-8EEF-F69AF9B416F4}" type="presParOf" srcId="{1B79B45C-B24D-4122-9271-5E42150EE2BE}" destId="{BC48EAED-8EDA-46C3-83B4-639AC6993888}"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C1A880C-C83C-409B-BA47-BCE045C972CF}" type="doc">
      <dgm:prSet loTypeId="urn:microsoft.com/office/officeart/2005/8/layout/equation1" loCatId="process" qsTypeId="urn:microsoft.com/office/officeart/2005/8/quickstyle/3d3" qsCatId="3D" csTypeId="urn:microsoft.com/office/officeart/2005/8/colors/accent1_2" csCatId="accent1" phldr="1"/>
      <dgm:spPr/>
    </dgm:pt>
    <dgm:pt modelId="{B3D9EC56-EFE2-43FE-A34B-614AA87169E2}">
      <dgm:prSet phldrT="[Text]" custT="1">
        <dgm:style>
          <a:lnRef idx="2">
            <a:schemeClr val="accent1"/>
          </a:lnRef>
          <a:fillRef idx="1">
            <a:schemeClr val="lt1"/>
          </a:fillRef>
          <a:effectRef idx="0">
            <a:schemeClr val="accent1"/>
          </a:effectRef>
          <a:fontRef idx="minor">
            <a:schemeClr val="dk1"/>
          </a:fontRef>
        </dgm:style>
      </dgm:prSet>
      <dgm:spPr/>
      <dgm:t>
        <a:bodyPr/>
        <a:lstStyle/>
        <a:p>
          <a:r>
            <a:rPr lang="en-US" sz="1600" dirty="0"/>
            <a:t>base (nonexistent)</a:t>
          </a:r>
        </a:p>
      </dgm:t>
    </dgm:pt>
    <dgm:pt modelId="{8C17927E-D833-4F18-AE5D-903176D69040}" type="parTrans" cxnId="{C1F0E926-BF13-4F66-8670-F1F9EA153C81}">
      <dgm:prSet/>
      <dgm:spPr/>
      <dgm:t>
        <a:bodyPr/>
        <a:lstStyle/>
        <a:p>
          <a:endParaRPr lang="en-US"/>
        </a:p>
      </dgm:t>
    </dgm:pt>
    <dgm:pt modelId="{27C3B410-2BF9-4368-9678-7F9F9CBC8B2C}" type="sibTrans" cxnId="{C1F0E926-BF13-4F66-8670-F1F9EA153C81}">
      <dgm:prSet>
        <dgm:style>
          <a:lnRef idx="2">
            <a:schemeClr val="accent1">
              <a:shade val="50000"/>
            </a:schemeClr>
          </a:lnRef>
          <a:fillRef idx="1">
            <a:schemeClr val="accent1"/>
          </a:fillRef>
          <a:effectRef idx="0">
            <a:schemeClr val="accent1"/>
          </a:effectRef>
          <a:fontRef idx="minor">
            <a:schemeClr val="lt1"/>
          </a:fontRef>
        </dgm:style>
      </dgm:prSet>
      <dgm:spPr/>
      <dgm:t>
        <a:bodyPr/>
        <a:lstStyle/>
        <a:p>
          <a:endParaRPr lang="en-US"/>
        </a:p>
      </dgm:t>
    </dgm:pt>
    <dgm:pt modelId="{D9DCBE09-D672-4911-B61E-028B30871E16}">
      <dgm:prSet phldrT="[Text]" custT="1">
        <dgm:style>
          <a:lnRef idx="2">
            <a:schemeClr val="accent1"/>
          </a:lnRef>
          <a:fillRef idx="1">
            <a:schemeClr val="lt1"/>
          </a:fillRef>
          <a:effectRef idx="0">
            <a:schemeClr val="accent1"/>
          </a:effectRef>
          <a:fontRef idx="minor">
            <a:schemeClr val="dk1"/>
          </a:fontRef>
        </dgm:style>
      </dgm:prSet>
      <dgm:spPr/>
      <dgm:t>
        <a:bodyPr/>
        <a:lstStyle/>
        <a:p>
          <a:r>
            <a:rPr lang="en-US" sz="1600" dirty="0"/>
            <a:t>morpheme (known)</a:t>
          </a:r>
        </a:p>
      </dgm:t>
    </dgm:pt>
    <dgm:pt modelId="{54EE2835-294C-47D1-8E25-62E81E9EA59B}" type="parTrans" cxnId="{6158FB51-3C74-4170-BB8D-4DA73AD5B8CA}">
      <dgm:prSet/>
      <dgm:spPr/>
      <dgm:t>
        <a:bodyPr/>
        <a:lstStyle/>
        <a:p>
          <a:endParaRPr lang="en-US"/>
        </a:p>
      </dgm:t>
    </dgm:pt>
    <dgm:pt modelId="{3AA6622E-2C2A-4496-9054-93CC719E833C}" type="sibTrans" cxnId="{6158FB51-3C74-4170-BB8D-4DA73AD5B8CA}">
      <dgm:prSet>
        <dgm:style>
          <a:lnRef idx="2">
            <a:schemeClr val="accent1">
              <a:shade val="50000"/>
            </a:schemeClr>
          </a:lnRef>
          <a:fillRef idx="1">
            <a:schemeClr val="accent1"/>
          </a:fillRef>
          <a:effectRef idx="0">
            <a:schemeClr val="accent1"/>
          </a:effectRef>
          <a:fontRef idx="minor">
            <a:schemeClr val="lt1"/>
          </a:fontRef>
        </dgm:style>
      </dgm:prSet>
      <dgm:spPr/>
      <dgm:t>
        <a:bodyPr/>
        <a:lstStyle/>
        <a:p>
          <a:endParaRPr lang="en-US"/>
        </a:p>
      </dgm:t>
    </dgm:pt>
    <dgm:pt modelId="{8B6873F0-31CD-4609-A62F-D47B72DD4B43}">
      <dgm:prSet phldrT="[Text]" custT="1">
        <dgm:style>
          <a:lnRef idx="2">
            <a:schemeClr val="accent1"/>
          </a:lnRef>
          <a:fillRef idx="1">
            <a:schemeClr val="lt1"/>
          </a:fillRef>
          <a:effectRef idx="0">
            <a:schemeClr val="accent1"/>
          </a:effectRef>
          <a:fontRef idx="minor">
            <a:schemeClr val="dk1"/>
          </a:fontRef>
        </dgm:style>
      </dgm:prSet>
      <dgm:spPr/>
      <dgm:t>
        <a:bodyPr/>
        <a:lstStyle/>
        <a:p>
          <a:r>
            <a:rPr lang="en-US" sz="1600" dirty="0"/>
            <a:t>Compound</a:t>
          </a:r>
        </a:p>
      </dgm:t>
    </dgm:pt>
    <dgm:pt modelId="{3185B298-449E-4CD3-9FB3-10233C896180}" type="parTrans" cxnId="{9056BD55-4CF7-49CC-86F7-24B2472AC47D}">
      <dgm:prSet/>
      <dgm:spPr/>
      <dgm:t>
        <a:bodyPr/>
        <a:lstStyle/>
        <a:p>
          <a:endParaRPr lang="en-US"/>
        </a:p>
      </dgm:t>
    </dgm:pt>
    <dgm:pt modelId="{5A7E3502-2DFA-4817-B226-4F074E36C90D}" type="sibTrans" cxnId="{9056BD55-4CF7-49CC-86F7-24B2472AC47D}">
      <dgm:prSet/>
      <dgm:spPr/>
      <dgm:t>
        <a:bodyPr/>
        <a:lstStyle/>
        <a:p>
          <a:endParaRPr lang="en-US"/>
        </a:p>
      </dgm:t>
    </dgm:pt>
    <dgm:pt modelId="{18BF8B94-FE34-4AC4-A79A-B459D14D6198}" type="pres">
      <dgm:prSet presAssocID="{8C1A880C-C83C-409B-BA47-BCE045C972CF}" presName="linearFlow" presStyleCnt="0">
        <dgm:presLayoutVars>
          <dgm:dir/>
          <dgm:resizeHandles val="exact"/>
        </dgm:presLayoutVars>
      </dgm:prSet>
      <dgm:spPr/>
    </dgm:pt>
    <dgm:pt modelId="{05EFF4FD-6AFE-4A03-A287-822F427E6347}" type="pres">
      <dgm:prSet presAssocID="{B3D9EC56-EFE2-43FE-A34B-614AA87169E2}" presName="node" presStyleLbl="node1" presStyleIdx="0" presStyleCnt="3" custScaleY="49848">
        <dgm:presLayoutVars>
          <dgm:bulletEnabled val="1"/>
        </dgm:presLayoutVars>
      </dgm:prSet>
      <dgm:spPr>
        <a:prstGeom prst="rect">
          <a:avLst/>
        </a:prstGeom>
      </dgm:spPr>
    </dgm:pt>
    <dgm:pt modelId="{70C85D75-2CDF-4011-886D-A56F7232B91E}" type="pres">
      <dgm:prSet presAssocID="{27C3B410-2BF9-4368-9678-7F9F9CBC8B2C}" presName="spacerL" presStyleCnt="0"/>
      <dgm:spPr/>
    </dgm:pt>
    <dgm:pt modelId="{6111A3B5-6086-4F7E-9F82-0150145B0071}" type="pres">
      <dgm:prSet presAssocID="{27C3B410-2BF9-4368-9678-7F9F9CBC8B2C}" presName="sibTrans" presStyleLbl="sibTrans2D1" presStyleIdx="0" presStyleCnt="2"/>
      <dgm:spPr/>
    </dgm:pt>
    <dgm:pt modelId="{475A992E-C52E-4E6F-8F50-78FB843DE545}" type="pres">
      <dgm:prSet presAssocID="{27C3B410-2BF9-4368-9678-7F9F9CBC8B2C}" presName="spacerR" presStyleCnt="0"/>
      <dgm:spPr/>
    </dgm:pt>
    <dgm:pt modelId="{267DC44E-6962-4E48-9C70-A6A82891ED4A}" type="pres">
      <dgm:prSet presAssocID="{D9DCBE09-D672-4911-B61E-028B30871E16}" presName="node" presStyleLbl="node1" presStyleIdx="1" presStyleCnt="3" custScaleY="44691">
        <dgm:presLayoutVars>
          <dgm:bulletEnabled val="1"/>
        </dgm:presLayoutVars>
      </dgm:prSet>
      <dgm:spPr>
        <a:prstGeom prst="rect">
          <a:avLst/>
        </a:prstGeom>
      </dgm:spPr>
    </dgm:pt>
    <dgm:pt modelId="{25F52E0A-46C6-426A-82F0-19062B67400E}" type="pres">
      <dgm:prSet presAssocID="{3AA6622E-2C2A-4496-9054-93CC719E833C}" presName="spacerL" presStyleCnt="0"/>
      <dgm:spPr/>
    </dgm:pt>
    <dgm:pt modelId="{981613ED-9B97-4BD3-A591-49725045A97A}" type="pres">
      <dgm:prSet presAssocID="{3AA6622E-2C2A-4496-9054-93CC719E833C}" presName="sibTrans" presStyleLbl="sibTrans2D1" presStyleIdx="1" presStyleCnt="2"/>
      <dgm:spPr/>
    </dgm:pt>
    <dgm:pt modelId="{A5381722-7392-4A25-9C1C-901994C0CBB7}" type="pres">
      <dgm:prSet presAssocID="{3AA6622E-2C2A-4496-9054-93CC719E833C}" presName="spacerR" presStyleCnt="0"/>
      <dgm:spPr/>
    </dgm:pt>
    <dgm:pt modelId="{177D5799-E459-4287-8575-3508798B86DE}" type="pres">
      <dgm:prSet presAssocID="{8B6873F0-31CD-4609-A62F-D47B72DD4B43}" presName="node" presStyleLbl="node1" presStyleIdx="2" presStyleCnt="3" custScaleY="44691">
        <dgm:presLayoutVars>
          <dgm:bulletEnabled val="1"/>
        </dgm:presLayoutVars>
      </dgm:prSet>
      <dgm:spPr>
        <a:prstGeom prst="rect">
          <a:avLst/>
        </a:prstGeom>
      </dgm:spPr>
    </dgm:pt>
  </dgm:ptLst>
  <dgm:cxnLst>
    <dgm:cxn modelId="{ADCF8B05-E604-44BF-9FD0-AB2FB7F5050D}" type="presOf" srcId="{27C3B410-2BF9-4368-9678-7F9F9CBC8B2C}" destId="{6111A3B5-6086-4F7E-9F82-0150145B0071}" srcOrd="0" destOrd="0" presId="urn:microsoft.com/office/officeart/2005/8/layout/equation1"/>
    <dgm:cxn modelId="{C1F0E926-BF13-4F66-8670-F1F9EA153C81}" srcId="{8C1A880C-C83C-409B-BA47-BCE045C972CF}" destId="{B3D9EC56-EFE2-43FE-A34B-614AA87169E2}" srcOrd="0" destOrd="0" parTransId="{8C17927E-D833-4F18-AE5D-903176D69040}" sibTransId="{27C3B410-2BF9-4368-9678-7F9F9CBC8B2C}"/>
    <dgm:cxn modelId="{84EEE73E-B7F8-4F1B-B38E-41A65C74B2E5}" type="presOf" srcId="{8C1A880C-C83C-409B-BA47-BCE045C972CF}" destId="{18BF8B94-FE34-4AC4-A79A-B459D14D6198}" srcOrd="0" destOrd="0" presId="urn:microsoft.com/office/officeart/2005/8/layout/equation1"/>
    <dgm:cxn modelId="{F49D0842-6980-445A-8A11-1F0321CB6903}" type="presOf" srcId="{B3D9EC56-EFE2-43FE-A34B-614AA87169E2}" destId="{05EFF4FD-6AFE-4A03-A287-822F427E6347}" srcOrd="0" destOrd="0" presId="urn:microsoft.com/office/officeart/2005/8/layout/equation1"/>
    <dgm:cxn modelId="{6158FB51-3C74-4170-BB8D-4DA73AD5B8CA}" srcId="{8C1A880C-C83C-409B-BA47-BCE045C972CF}" destId="{D9DCBE09-D672-4911-B61E-028B30871E16}" srcOrd="1" destOrd="0" parTransId="{54EE2835-294C-47D1-8E25-62E81E9EA59B}" sibTransId="{3AA6622E-2C2A-4496-9054-93CC719E833C}"/>
    <dgm:cxn modelId="{7EE41D53-4952-47E1-B46C-70032B544180}" type="presOf" srcId="{3AA6622E-2C2A-4496-9054-93CC719E833C}" destId="{981613ED-9B97-4BD3-A591-49725045A97A}" srcOrd="0" destOrd="0" presId="urn:microsoft.com/office/officeart/2005/8/layout/equation1"/>
    <dgm:cxn modelId="{9056BD55-4CF7-49CC-86F7-24B2472AC47D}" srcId="{8C1A880C-C83C-409B-BA47-BCE045C972CF}" destId="{8B6873F0-31CD-4609-A62F-D47B72DD4B43}" srcOrd="2" destOrd="0" parTransId="{3185B298-449E-4CD3-9FB3-10233C896180}" sibTransId="{5A7E3502-2DFA-4817-B226-4F074E36C90D}"/>
    <dgm:cxn modelId="{25C98E9C-A7E2-4DA0-838B-C1E8C79E52D7}" type="presOf" srcId="{D9DCBE09-D672-4911-B61E-028B30871E16}" destId="{267DC44E-6962-4E48-9C70-A6A82891ED4A}" srcOrd="0" destOrd="0" presId="urn:microsoft.com/office/officeart/2005/8/layout/equation1"/>
    <dgm:cxn modelId="{5DF717EC-1C51-46D6-858E-CC679F23B46D}" type="presOf" srcId="{8B6873F0-31CD-4609-A62F-D47B72DD4B43}" destId="{177D5799-E459-4287-8575-3508798B86DE}" srcOrd="0" destOrd="0" presId="urn:microsoft.com/office/officeart/2005/8/layout/equation1"/>
    <dgm:cxn modelId="{9530D782-4D46-45A7-A119-D1711C9B48CD}" type="presParOf" srcId="{18BF8B94-FE34-4AC4-A79A-B459D14D6198}" destId="{05EFF4FD-6AFE-4A03-A287-822F427E6347}" srcOrd="0" destOrd="0" presId="urn:microsoft.com/office/officeart/2005/8/layout/equation1"/>
    <dgm:cxn modelId="{92989F75-41C9-4BA4-B6E9-A9B4E040F979}" type="presParOf" srcId="{18BF8B94-FE34-4AC4-A79A-B459D14D6198}" destId="{70C85D75-2CDF-4011-886D-A56F7232B91E}" srcOrd="1" destOrd="0" presId="urn:microsoft.com/office/officeart/2005/8/layout/equation1"/>
    <dgm:cxn modelId="{761819F7-7FFB-4010-8E6F-36BD484FF2EC}" type="presParOf" srcId="{18BF8B94-FE34-4AC4-A79A-B459D14D6198}" destId="{6111A3B5-6086-4F7E-9F82-0150145B0071}" srcOrd="2" destOrd="0" presId="urn:microsoft.com/office/officeart/2005/8/layout/equation1"/>
    <dgm:cxn modelId="{D7589714-4F70-4FBE-B6AE-9948740A98E9}" type="presParOf" srcId="{18BF8B94-FE34-4AC4-A79A-B459D14D6198}" destId="{475A992E-C52E-4E6F-8F50-78FB843DE545}" srcOrd="3" destOrd="0" presId="urn:microsoft.com/office/officeart/2005/8/layout/equation1"/>
    <dgm:cxn modelId="{BBC60E5A-7893-4C22-AD63-BA2B9980DAB3}" type="presParOf" srcId="{18BF8B94-FE34-4AC4-A79A-B459D14D6198}" destId="{267DC44E-6962-4E48-9C70-A6A82891ED4A}" srcOrd="4" destOrd="0" presId="urn:microsoft.com/office/officeart/2005/8/layout/equation1"/>
    <dgm:cxn modelId="{464B606B-0830-4692-93FB-288656E75848}" type="presParOf" srcId="{18BF8B94-FE34-4AC4-A79A-B459D14D6198}" destId="{25F52E0A-46C6-426A-82F0-19062B67400E}" srcOrd="5" destOrd="0" presId="urn:microsoft.com/office/officeart/2005/8/layout/equation1"/>
    <dgm:cxn modelId="{C9849A54-9CC6-4B15-AAD3-1B8E2EA5E6A6}" type="presParOf" srcId="{18BF8B94-FE34-4AC4-A79A-B459D14D6198}" destId="{981613ED-9B97-4BD3-A591-49725045A97A}" srcOrd="6" destOrd="0" presId="urn:microsoft.com/office/officeart/2005/8/layout/equation1"/>
    <dgm:cxn modelId="{F451D7A7-936F-4A5A-89C2-751605DC9402}" type="presParOf" srcId="{18BF8B94-FE34-4AC4-A79A-B459D14D6198}" destId="{A5381722-7392-4A25-9C1C-901994C0CBB7}" srcOrd="7" destOrd="0" presId="urn:microsoft.com/office/officeart/2005/8/layout/equation1"/>
    <dgm:cxn modelId="{9FFB33D6-0219-419E-83B5-EE376CE76BA9}" type="presParOf" srcId="{18BF8B94-FE34-4AC4-A79A-B459D14D6198}" destId="{177D5799-E459-4287-8575-3508798B86DE}" srcOrd="8" destOrd="0" presId="urn:microsoft.com/office/officeart/2005/8/layout/equati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754ECD82-F264-4BF7-8678-4887166225F7}" type="doc">
      <dgm:prSet loTypeId="urn:microsoft.com/office/officeart/2005/8/layout/vList6" loCatId="list" qsTypeId="urn:microsoft.com/office/officeart/2005/8/quickstyle/3d3" qsCatId="3D" csTypeId="urn:microsoft.com/office/officeart/2005/8/colors/accent1_2" csCatId="accent1" phldr="1"/>
      <dgm:spPr/>
      <dgm:t>
        <a:bodyPr/>
        <a:lstStyle/>
        <a:p>
          <a:endParaRPr lang="en-US"/>
        </a:p>
      </dgm:t>
    </dgm:pt>
    <dgm:pt modelId="{7A28F6D8-160F-4D1C-BDE7-E405E4AD72FF}">
      <dgm:prSet phldrT="[Text]">
        <dgm:style>
          <a:lnRef idx="2">
            <a:schemeClr val="accent1"/>
          </a:lnRef>
          <a:fillRef idx="1">
            <a:schemeClr val="lt1"/>
          </a:fillRef>
          <a:effectRef idx="0">
            <a:schemeClr val="accent1"/>
          </a:effectRef>
          <a:fontRef idx="minor">
            <a:schemeClr val="dk1"/>
          </a:fontRef>
        </dgm:style>
      </dgm:prSet>
      <dgm:spPr/>
      <dgm:t>
        <a:bodyPr/>
        <a:lstStyle/>
        <a:p>
          <a:r>
            <a:rPr lang="en-US" dirty="0">
              <a:solidFill>
                <a:srgbClr val="FF33CC"/>
              </a:solidFill>
            </a:rPr>
            <a:t>malle</a:t>
          </a:r>
          <a:r>
            <a:rPr lang="en-US" dirty="0"/>
            <a:t>able</a:t>
          </a:r>
        </a:p>
        <a:p>
          <a:r>
            <a:rPr lang="en-US" dirty="0">
              <a:solidFill>
                <a:schemeClr val="tx1"/>
              </a:solidFill>
            </a:rPr>
            <a:t>feas</a:t>
          </a:r>
          <a:r>
            <a:rPr lang="en-US" dirty="0"/>
            <a:t>ible (</a:t>
          </a:r>
          <a:r>
            <a:rPr lang="en-US" dirty="0" err="1">
              <a:solidFill>
                <a:srgbClr val="FF33CC"/>
              </a:solidFill>
            </a:rPr>
            <a:t>fease</a:t>
          </a:r>
          <a:r>
            <a:rPr lang="en-US" dirty="0" err="1"/>
            <a:t>+ible</a:t>
          </a:r>
          <a:r>
            <a:rPr lang="en-US" dirty="0"/>
            <a:t>)</a:t>
          </a:r>
        </a:p>
      </dgm:t>
    </dgm:pt>
    <dgm:pt modelId="{6DBEFC04-4547-4573-B8A5-759DD19B56DC}" type="parTrans" cxnId="{CA4AA3E1-69A3-40AA-A48D-7C6617769959}">
      <dgm:prSet/>
      <dgm:spPr/>
      <dgm:t>
        <a:bodyPr/>
        <a:lstStyle/>
        <a:p>
          <a:endParaRPr lang="en-US"/>
        </a:p>
      </dgm:t>
    </dgm:pt>
    <dgm:pt modelId="{E36539B9-6BEB-4B80-88DF-AF37AFF1E659}" type="sibTrans" cxnId="{CA4AA3E1-69A3-40AA-A48D-7C6617769959}">
      <dgm:prSet/>
      <dgm:spPr/>
      <dgm:t>
        <a:bodyPr/>
        <a:lstStyle/>
        <a:p>
          <a:endParaRPr lang="en-US"/>
        </a:p>
      </dgm:t>
    </dgm:pt>
    <dgm:pt modelId="{44267545-BBDA-489E-8523-1B172BA42020}">
      <dgm:prSet phldrT="[Text]"/>
      <dgm:spPr/>
      <dgm:t>
        <a:bodyPr/>
        <a:lstStyle/>
        <a:p>
          <a:r>
            <a:rPr lang="en-US" dirty="0"/>
            <a:t>-able has the regular meaning “be able”</a:t>
          </a:r>
        </a:p>
      </dgm:t>
    </dgm:pt>
    <dgm:pt modelId="{13B05D4D-BD1A-4EA5-A0A9-620D37A6378C}" type="parTrans" cxnId="{2DCF036A-A862-4346-A256-8EAEF5F292A9}">
      <dgm:prSet/>
      <dgm:spPr/>
      <dgm:t>
        <a:bodyPr/>
        <a:lstStyle/>
        <a:p>
          <a:endParaRPr lang="en-US"/>
        </a:p>
      </dgm:t>
    </dgm:pt>
    <dgm:pt modelId="{5C0432BF-5D23-41AD-9311-54534D9F6199}" type="sibTrans" cxnId="{2DCF036A-A862-4346-A256-8EAEF5F292A9}">
      <dgm:prSet/>
      <dgm:spPr/>
      <dgm:t>
        <a:bodyPr/>
        <a:lstStyle/>
        <a:p>
          <a:endParaRPr lang="en-US"/>
        </a:p>
      </dgm:t>
    </dgm:pt>
    <dgm:pt modelId="{E9392B1F-DE8E-4069-B387-513B128BD120}">
      <dgm:prSet phldrT="[Text]"/>
      <dgm:spPr/>
      <dgm:t>
        <a:bodyPr/>
        <a:lstStyle/>
        <a:p>
          <a:r>
            <a:rPr lang="en-US" dirty="0"/>
            <a:t>-</a:t>
          </a:r>
          <a:r>
            <a:rPr lang="en-US" dirty="0" err="1"/>
            <a:t>ity</a:t>
          </a:r>
          <a:r>
            <a:rPr lang="en-US" dirty="0"/>
            <a:t> form is possible</a:t>
          </a:r>
        </a:p>
      </dgm:t>
    </dgm:pt>
    <dgm:pt modelId="{FCD5B3CA-5994-4BA5-908C-FC213347046B}" type="parTrans" cxnId="{A2208111-BA52-4A1B-A270-26F6A2920FE3}">
      <dgm:prSet/>
      <dgm:spPr/>
      <dgm:t>
        <a:bodyPr/>
        <a:lstStyle/>
        <a:p>
          <a:endParaRPr lang="en-US"/>
        </a:p>
      </dgm:t>
    </dgm:pt>
    <dgm:pt modelId="{547F931B-CC28-4EC2-8F67-F727C476D068}" type="sibTrans" cxnId="{A2208111-BA52-4A1B-A270-26F6A2920FE3}">
      <dgm:prSet/>
      <dgm:spPr/>
      <dgm:t>
        <a:bodyPr/>
        <a:lstStyle/>
        <a:p>
          <a:endParaRPr lang="en-US"/>
        </a:p>
      </dgm:t>
    </dgm:pt>
    <dgm:pt modelId="{BE7EE89D-7E50-476A-B9FE-BF211A9A0206}">
      <dgm:prSet phldrT="[Text]"/>
      <dgm:spPr/>
      <dgm:t>
        <a:bodyPr/>
        <a:lstStyle/>
        <a:p>
          <a:r>
            <a:rPr lang="en-US" dirty="0"/>
            <a:t>Base words don’t exit independently</a:t>
          </a:r>
        </a:p>
      </dgm:t>
    </dgm:pt>
    <dgm:pt modelId="{D3572445-255C-4110-B48E-1185A4DE99AA}" type="parTrans" cxnId="{D4B4D174-DA56-4993-AD22-ACC588D8F98B}">
      <dgm:prSet/>
      <dgm:spPr/>
      <dgm:t>
        <a:bodyPr/>
        <a:lstStyle/>
        <a:p>
          <a:endParaRPr lang="en-US"/>
        </a:p>
      </dgm:t>
    </dgm:pt>
    <dgm:pt modelId="{760BD79A-85F7-49E6-A8AA-7853B6E942C6}" type="sibTrans" cxnId="{D4B4D174-DA56-4993-AD22-ACC588D8F98B}">
      <dgm:prSet/>
      <dgm:spPr/>
      <dgm:t>
        <a:bodyPr/>
        <a:lstStyle/>
        <a:p>
          <a:endParaRPr lang="en-US"/>
        </a:p>
      </dgm:t>
    </dgm:pt>
    <dgm:pt modelId="{3B76366B-38DF-4A70-8917-3260F337997C}" type="pres">
      <dgm:prSet presAssocID="{754ECD82-F264-4BF7-8678-4887166225F7}" presName="Name0" presStyleCnt="0">
        <dgm:presLayoutVars>
          <dgm:dir/>
          <dgm:animLvl val="lvl"/>
          <dgm:resizeHandles/>
        </dgm:presLayoutVars>
      </dgm:prSet>
      <dgm:spPr/>
    </dgm:pt>
    <dgm:pt modelId="{236EC34C-27A6-4087-9509-B8E2122ECFEE}" type="pres">
      <dgm:prSet presAssocID="{7A28F6D8-160F-4D1C-BDE7-E405E4AD72FF}" presName="linNode" presStyleCnt="0"/>
      <dgm:spPr/>
    </dgm:pt>
    <dgm:pt modelId="{9B5C793E-78DD-4714-B207-49A9358482AD}" type="pres">
      <dgm:prSet presAssocID="{7A28F6D8-160F-4D1C-BDE7-E405E4AD72FF}" presName="parentShp" presStyleLbl="node1" presStyleIdx="0" presStyleCnt="1">
        <dgm:presLayoutVars>
          <dgm:bulletEnabled val="1"/>
        </dgm:presLayoutVars>
      </dgm:prSet>
      <dgm:spPr/>
    </dgm:pt>
    <dgm:pt modelId="{903B8794-D8BE-45EE-A14B-BB5A4020DB94}" type="pres">
      <dgm:prSet presAssocID="{7A28F6D8-160F-4D1C-BDE7-E405E4AD72FF}" presName="childShp" presStyleLbl="bgAccFollowNode1" presStyleIdx="0" presStyleCnt="1">
        <dgm:presLayoutVars>
          <dgm:bulletEnabled val="1"/>
        </dgm:presLayoutVars>
      </dgm:prSet>
      <dgm:spPr/>
    </dgm:pt>
  </dgm:ptLst>
  <dgm:cxnLst>
    <dgm:cxn modelId="{A2208111-BA52-4A1B-A270-26F6A2920FE3}" srcId="{7A28F6D8-160F-4D1C-BDE7-E405E4AD72FF}" destId="{E9392B1F-DE8E-4069-B387-513B128BD120}" srcOrd="1" destOrd="0" parTransId="{FCD5B3CA-5994-4BA5-908C-FC213347046B}" sibTransId="{547F931B-CC28-4EC2-8F67-F727C476D068}"/>
    <dgm:cxn modelId="{25D7D436-8134-4BE5-AC1F-807B69EBA893}" type="presOf" srcId="{7A28F6D8-160F-4D1C-BDE7-E405E4AD72FF}" destId="{9B5C793E-78DD-4714-B207-49A9358482AD}" srcOrd="0" destOrd="0" presId="urn:microsoft.com/office/officeart/2005/8/layout/vList6"/>
    <dgm:cxn modelId="{1BC19067-B1F9-40EC-BA35-83A2FE9C1BF4}" type="presOf" srcId="{BE7EE89D-7E50-476A-B9FE-BF211A9A0206}" destId="{903B8794-D8BE-45EE-A14B-BB5A4020DB94}" srcOrd="0" destOrd="2" presId="urn:microsoft.com/office/officeart/2005/8/layout/vList6"/>
    <dgm:cxn modelId="{2DCF036A-A862-4346-A256-8EAEF5F292A9}" srcId="{7A28F6D8-160F-4D1C-BDE7-E405E4AD72FF}" destId="{44267545-BBDA-489E-8523-1B172BA42020}" srcOrd="0" destOrd="0" parTransId="{13B05D4D-BD1A-4EA5-A0A9-620D37A6378C}" sibTransId="{5C0432BF-5D23-41AD-9311-54534D9F6199}"/>
    <dgm:cxn modelId="{D4B4D174-DA56-4993-AD22-ACC588D8F98B}" srcId="{7A28F6D8-160F-4D1C-BDE7-E405E4AD72FF}" destId="{BE7EE89D-7E50-476A-B9FE-BF211A9A0206}" srcOrd="2" destOrd="0" parTransId="{D3572445-255C-4110-B48E-1185A4DE99AA}" sibTransId="{760BD79A-85F7-49E6-A8AA-7853B6E942C6}"/>
    <dgm:cxn modelId="{52F993BA-C175-4DAD-ADB3-11EF00417C18}" type="presOf" srcId="{44267545-BBDA-489E-8523-1B172BA42020}" destId="{903B8794-D8BE-45EE-A14B-BB5A4020DB94}" srcOrd="0" destOrd="0" presId="urn:microsoft.com/office/officeart/2005/8/layout/vList6"/>
    <dgm:cxn modelId="{27F3D7D7-11A6-4506-97D0-9DBA83B9A18A}" type="presOf" srcId="{E9392B1F-DE8E-4069-B387-513B128BD120}" destId="{903B8794-D8BE-45EE-A14B-BB5A4020DB94}" srcOrd="0" destOrd="1" presId="urn:microsoft.com/office/officeart/2005/8/layout/vList6"/>
    <dgm:cxn modelId="{CA4AA3E1-69A3-40AA-A48D-7C6617769959}" srcId="{754ECD82-F264-4BF7-8678-4887166225F7}" destId="{7A28F6D8-160F-4D1C-BDE7-E405E4AD72FF}" srcOrd="0" destOrd="0" parTransId="{6DBEFC04-4547-4573-B8A5-759DD19B56DC}" sibTransId="{E36539B9-6BEB-4B80-88DF-AF37AFF1E659}"/>
    <dgm:cxn modelId="{E9A946E9-445E-413B-A271-7117540C1844}" type="presOf" srcId="{754ECD82-F264-4BF7-8678-4887166225F7}" destId="{3B76366B-38DF-4A70-8917-3260F337997C}" srcOrd="0" destOrd="0" presId="urn:microsoft.com/office/officeart/2005/8/layout/vList6"/>
    <dgm:cxn modelId="{A3B3FB8F-BE5A-476D-A8F1-70B337399CAA}" type="presParOf" srcId="{3B76366B-38DF-4A70-8917-3260F337997C}" destId="{236EC34C-27A6-4087-9509-B8E2122ECFEE}" srcOrd="0" destOrd="0" presId="urn:microsoft.com/office/officeart/2005/8/layout/vList6"/>
    <dgm:cxn modelId="{8C00045C-50D9-43F3-9F77-07AAA9D7A529}" type="presParOf" srcId="{236EC34C-27A6-4087-9509-B8E2122ECFEE}" destId="{9B5C793E-78DD-4714-B207-49A9358482AD}" srcOrd="0" destOrd="0" presId="urn:microsoft.com/office/officeart/2005/8/layout/vList6"/>
    <dgm:cxn modelId="{A264D3D8-25D9-4B1B-8922-6304E634B9A1}" type="presParOf" srcId="{236EC34C-27A6-4087-9509-B8E2122ECFEE}" destId="{903B8794-D8BE-45EE-A14B-BB5A4020DB94}" srcOrd="1" destOrd="0" presId="urn:microsoft.com/office/officeart/2005/8/layout/vList6"/>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32CE1A-7549-47FA-A4B1-825FE0A2DC82}">
      <dsp:nvSpPr>
        <dsp:cNvPr id="0" name=""/>
        <dsp:cNvSpPr/>
      </dsp:nvSpPr>
      <dsp:spPr>
        <a:xfrm>
          <a:off x="1218343" y="844753"/>
          <a:ext cx="1678113" cy="70956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reconsideration</a:t>
          </a:r>
        </a:p>
      </dsp:txBody>
      <dsp:txXfrm>
        <a:off x="1464097" y="948666"/>
        <a:ext cx="1186605" cy="501735"/>
      </dsp:txXfrm>
    </dsp:sp>
    <dsp:sp modelId="{E2315E12-F2DA-4891-913B-6BB235C4B713}">
      <dsp:nvSpPr>
        <dsp:cNvPr id="0" name=""/>
        <dsp:cNvSpPr/>
      </dsp:nvSpPr>
      <dsp:spPr>
        <a:xfrm rot="12935280">
          <a:off x="1140335" y="626036"/>
          <a:ext cx="513903" cy="202225"/>
        </a:xfrm>
        <a:prstGeom prst="lef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4358B92-8B70-4911-9F41-FA2ACEC4FB29}">
      <dsp:nvSpPr>
        <dsp:cNvPr id="0" name=""/>
        <dsp:cNvSpPr/>
      </dsp:nvSpPr>
      <dsp:spPr>
        <a:xfrm>
          <a:off x="851286" y="307981"/>
          <a:ext cx="674083" cy="539267"/>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 tIns="24765" rIns="24765" bIns="24765" numCol="1" spcCol="1270" anchor="ctr" anchorCtr="0">
          <a:noAutofit/>
        </a:bodyPr>
        <a:lstStyle/>
        <a:p>
          <a:pPr marL="0" lvl="0" indent="0" algn="ctr" defTabSz="577850">
            <a:lnSpc>
              <a:spcPct val="90000"/>
            </a:lnSpc>
            <a:spcBef>
              <a:spcPct val="0"/>
            </a:spcBef>
            <a:spcAft>
              <a:spcPct val="35000"/>
            </a:spcAft>
            <a:buNone/>
          </a:pPr>
          <a:r>
            <a:rPr lang="en-US" sz="1300" kern="1200" dirty="0"/>
            <a:t>re</a:t>
          </a:r>
        </a:p>
      </dsp:txBody>
      <dsp:txXfrm>
        <a:off x="867081" y="323776"/>
        <a:ext cx="642493" cy="507677"/>
      </dsp:txXfrm>
    </dsp:sp>
    <dsp:sp modelId="{1DA86299-8255-4A39-9FD6-3C036733E0C6}">
      <dsp:nvSpPr>
        <dsp:cNvPr id="0" name=""/>
        <dsp:cNvSpPr/>
      </dsp:nvSpPr>
      <dsp:spPr>
        <a:xfrm rot="16200000">
          <a:off x="1785733" y="440351"/>
          <a:ext cx="543333" cy="202225"/>
        </a:xfrm>
        <a:prstGeom prst="lef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E0BB018-6A95-4DA4-9F7A-D1C83E2C23C8}">
      <dsp:nvSpPr>
        <dsp:cNvPr id="0" name=""/>
        <dsp:cNvSpPr/>
      </dsp:nvSpPr>
      <dsp:spPr>
        <a:xfrm>
          <a:off x="1720358" y="164"/>
          <a:ext cx="674083" cy="539267"/>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 tIns="24765" rIns="24765" bIns="24765" numCol="1" spcCol="1270" anchor="ctr" anchorCtr="0">
          <a:noAutofit/>
        </a:bodyPr>
        <a:lstStyle/>
        <a:p>
          <a:pPr marL="0" lvl="0" indent="0" algn="ctr" defTabSz="577850">
            <a:lnSpc>
              <a:spcPct val="90000"/>
            </a:lnSpc>
            <a:spcBef>
              <a:spcPct val="0"/>
            </a:spcBef>
            <a:spcAft>
              <a:spcPct val="35000"/>
            </a:spcAft>
            <a:buNone/>
          </a:pPr>
          <a:r>
            <a:rPr lang="en-US" sz="1300" kern="1200" dirty="0"/>
            <a:t>consider</a:t>
          </a:r>
        </a:p>
      </dsp:txBody>
      <dsp:txXfrm>
        <a:off x="1736153" y="15959"/>
        <a:ext cx="642493" cy="507677"/>
      </dsp:txXfrm>
    </dsp:sp>
    <dsp:sp modelId="{085A62EB-7B9A-4C41-898A-7AED46FDAEFA}">
      <dsp:nvSpPr>
        <dsp:cNvPr id="0" name=""/>
        <dsp:cNvSpPr/>
      </dsp:nvSpPr>
      <dsp:spPr>
        <a:xfrm rot="19395672">
          <a:off x="2442664" y="610371"/>
          <a:ext cx="537163" cy="202225"/>
        </a:xfrm>
        <a:prstGeom prst="lef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1F389E6-4CA9-4DDB-A431-FDE82B935AF7}">
      <dsp:nvSpPr>
        <dsp:cNvPr id="0" name=""/>
        <dsp:cNvSpPr/>
      </dsp:nvSpPr>
      <dsp:spPr>
        <a:xfrm>
          <a:off x="2589437" y="281193"/>
          <a:ext cx="674083" cy="539267"/>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 tIns="24765" rIns="24765" bIns="24765" numCol="1" spcCol="1270" anchor="ctr" anchorCtr="0">
          <a:noAutofit/>
        </a:bodyPr>
        <a:lstStyle/>
        <a:p>
          <a:pPr marL="0" lvl="0" indent="0" algn="ctr" defTabSz="577850">
            <a:lnSpc>
              <a:spcPct val="90000"/>
            </a:lnSpc>
            <a:spcBef>
              <a:spcPct val="0"/>
            </a:spcBef>
            <a:spcAft>
              <a:spcPct val="35000"/>
            </a:spcAft>
            <a:buNone/>
          </a:pPr>
          <a:r>
            <a:rPr lang="en-US" sz="1300" kern="1200" dirty="0" err="1"/>
            <a:t>ation</a:t>
          </a:r>
          <a:endParaRPr lang="en-US" sz="1300" kern="1200" dirty="0"/>
        </a:p>
      </dsp:txBody>
      <dsp:txXfrm>
        <a:off x="2605232" y="296988"/>
        <a:ext cx="642493" cy="50767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0E29F1-5C5D-4604-973D-F4451897C2FE}">
      <dsp:nvSpPr>
        <dsp:cNvPr id="0" name=""/>
        <dsp:cNvSpPr/>
      </dsp:nvSpPr>
      <dsp:spPr>
        <a:xfrm>
          <a:off x="3444999" y="3014823"/>
          <a:ext cx="186407" cy="571648"/>
        </a:xfrm>
        <a:custGeom>
          <a:avLst/>
          <a:gdLst/>
          <a:ahLst/>
          <a:cxnLst/>
          <a:rect l="0" t="0" r="0" b="0"/>
          <a:pathLst>
            <a:path>
              <a:moveTo>
                <a:pt x="0" y="0"/>
              </a:moveTo>
              <a:lnTo>
                <a:pt x="0" y="571648"/>
              </a:lnTo>
              <a:lnTo>
                <a:pt x="186407" y="571648"/>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27AF59A-20C4-4FCB-8171-498D4B23C626}">
      <dsp:nvSpPr>
        <dsp:cNvPr id="0" name=""/>
        <dsp:cNvSpPr/>
      </dsp:nvSpPr>
      <dsp:spPr>
        <a:xfrm>
          <a:off x="3190242" y="2132496"/>
          <a:ext cx="751842" cy="260970"/>
        </a:xfrm>
        <a:custGeom>
          <a:avLst/>
          <a:gdLst/>
          <a:ahLst/>
          <a:cxnLst/>
          <a:rect l="0" t="0" r="0" b="0"/>
          <a:pathLst>
            <a:path>
              <a:moveTo>
                <a:pt x="0" y="0"/>
              </a:moveTo>
              <a:lnTo>
                <a:pt x="0" y="130485"/>
              </a:lnTo>
              <a:lnTo>
                <a:pt x="751842" y="130485"/>
              </a:lnTo>
              <a:lnTo>
                <a:pt x="751842" y="260970"/>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10210B4-4A07-4C21-BE14-9E0540A60D61}">
      <dsp:nvSpPr>
        <dsp:cNvPr id="0" name=""/>
        <dsp:cNvSpPr/>
      </dsp:nvSpPr>
      <dsp:spPr>
        <a:xfrm>
          <a:off x="1941314" y="3014823"/>
          <a:ext cx="186407" cy="571648"/>
        </a:xfrm>
        <a:custGeom>
          <a:avLst/>
          <a:gdLst/>
          <a:ahLst/>
          <a:cxnLst/>
          <a:rect l="0" t="0" r="0" b="0"/>
          <a:pathLst>
            <a:path>
              <a:moveTo>
                <a:pt x="0" y="0"/>
              </a:moveTo>
              <a:lnTo>
                <a:pt x="0" y="571648"/>
              </a:lnTo>
              <a:lnTo>
                <a:pt x="186407" y="571648"/>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BFBC61D-F6ED-4653-91F9-B5A746973D97}">
      <dsp:nvSpPr>
        <dsp:cNvPr id="0" name=""/>
        <dsp:cNvSpPr/>
      </dsp:nvSpPr>
      <dsp:spPr>
        <a:xfrm>
          <a:off x="2438400" y="2132496"/>
          <a:ext cx="751842" cy="260970"/>
        </a:xfrm>
        <a:custGeom>
          <a:avLst/>
          <a:gdLst/>
          <a:ahLst/>
          <a:cxnLst/>
          <a:rect l="0" t="0" r="0" b="0"/>
          <a:pathLst>
            <a:path>
              <a:moveTo>
                <a:pt x="751842" y="0"/>
              </a:moveTo>
              <a:lnTo>
                <a:pt x="751842" y="130485"/>
              </a:lnTo>
              <a:lnTo>
                <a:pt x="0" y="130485"/>
              </a:lnTo>
              <a:lnTo>
                <a:pt x="0" y="260970"/>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93B9BA8-7F54-42F0-B315-FCF8F7E7B5F0}">
      <dsp:nvSpPr>
        <dsp:cNvPr id="0" name=""/>
        <dsp:cNvSpPr/>
      </dsp:nvSpPr>
      <dsp:spPr>
        <a:xfrm>
          <a:off x="1907139" y="1250168"/>
          <a:ext cx="1283103" cy="260970"/>
        </a:xfrm>
        <a:custGeom>
          <a:avLst/>
          <a:gdLst/>
          <a:ahLst/>
          <a:cxnLst/>
          <a:rect l="0" t="0" r="0" b="0"/>
          <a:pathLst>
            <a:path>
              <a:moveTo>
                <a:pt x="0" y="0"/>
              </a:moveTo>
              <a:lnTo>
                <a:pt x="0" y="130485"/>
              </a:lnTo>
              <a:lnTo>
                <a:pt x="1283103" y="130485"/>
              </a:lnTo>
              <a:lnTo>
                <a:pt x="1283103" y="260970"/>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7DF988E-FE5F-4B69-92FC-E221F469F124}">
      <dsp:nvSpPr>
        <dsp:cNvPr id="0" name=""/>
        <dsp:cNvSpPr/>
      </dsp:nvSpPr>
      <dsp:spPr>
        <a:xfrm>
          <a:off x="126950" y="2132496"/>
          <a:ext cx="186407" cy="571648"/>
        </a:xfrm>
        <a:custGeom>
          <a:avLst/>
          <a:gdLst/>
          <a:ahLst/>
          <a:cxnLst/>
          <a:rect l="0" t="0" r="0" b="0"/>
          <a:pathLst>
            <a:path>
              <a:moveTo>
                <a:pt x="0" y="0"/>
              </a:moveTo>
              <a:lnTo>
                <a:pt x="0" y="571648"/>
              </a:lnTo>
              <a:lnTo>
                <a:pt x="186407" y="571648"/>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99347C1-9789-46F6-92BD-3204CFF55F56}">
      <dsp:nvSpPr>
        <dsp:cNvPr id="0" name=""/>
        <dsp:cNvSpPr/>
      </dsp:nvSpPr>
      <dsp:spPr>
        <a:xfrm>
          <a:off x="624036" y="1250168"/>
          <a:ext cx="1283103" cy="260970"/>
        </a:xfrm>
        <a:custGeom>
          <a:avLst/>
          <a:gdLst/>
          <a:ahLst/>
          <a:cxnLst/>
          <a:rect l="0" t="0" r="0" b="0"/>
          <a:pathLst>
            <a:path>
              <a:moveTo>
                <a:pt x="1283103" y="0"/>
              </a:moveTo>
              <a:lnTo>
                <a:pt x="1283103" y="130485"/>
              </a:lnTo>
              <a:lnTo>
                <a:pt x="0" y="130485"/>
              </a:lnTo>
              <a:lnTo>
                <a:pt x="0" y="260970"/>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EE3A752-C819-449A-87D3-C460CF029E6B}">
      <dsp:nvSpPr>
        <dsp:cNvPr id="0" name=""/>
        <dsp:cNvSpPr/>
      </dsp:nvSpPr>
      <dsp:spPr>
        <a:xfrm>
          <a:off x="1285781" y="628811"/>
          <a:ext cx="1242714" cy="621357"/>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Morphemes</a:t>
          </a:r>
        </a:p>
      </dsp:txBody>
      <dsp:txXfrm>
        <a:off x="1285781" y="628811"/>
        <a:ext cx="1242714" cy="621357"/>
      </dsp:txXfrm>
    </dsp:sp>
    <dsp:sp modelId="{90DCEA4E-91D6-45C9-8683-29104B329953}">
      <dsp:nvSpPr>
        <dsp:cNvPr id="0" name=""/>
        <dsp:cNvSpPr/>
      </dsp:nvSpPr>
      <dsp:spPr>
        <a:xfrm>
          <a:off x="2678" y="1511139"/>
          <a:ext cx="1242714" cy="621357"/>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Stem</a:t>
          </a:r>
        </a:p>
      </dsp:txBody>
      <dsp:txXfrm>
        <a:off x="2678" y="1511139"/>
        <a:ext cx="1242714" cy="621357"/>
      </dsp:txXfrm>
    </dsp:sp>
    <dsp:sp modelId="{B1E5620F-2A39-45A0-BFD9-C2B682B1B1EE}">
      <dsp:nvSpPr>
        <dsp:cNvPr id="0" name=""/>
        <dsp:cNvSpPr/>
      </dsp:nvSpPr>
      <dsp:spPr>
        <a:xfrm>
          <a:off x="313357" y="2393466"/>
          <a:ext cx="1242714" cy="621357"/>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tree, go,  fat</a:t>
          </a:r>
        </a:p>
      </dsp:txBody>
      <dsp:txXfrm>
        <a:off x="313357" y="2393466"/>
        <a:ext cx="1242714" cy="621357"/>
      </dsp:txXfrm>
    </dsp:sp>
    <dsp:sp modelId="{D4C629E5-5FC3-4227-9AD1-2F558A587DE3}">
      <dsp:nvSpPr>
        <dsp:cNvPr id="0" name=""/>
        <dsp:cNvSpPr/>
      </dsp:nvSpPr>
      <dsp:spPr>
        <a:xfrm>
          <a:off x="2568885" y="1511139"/>
          <a:ext cx="1242714" cy="621357"/>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Affixes</a:t>
          </a:r>
        </a:p>
      </dsp:txBody>
      <dsp:txXfrm>
        <a:off x="2568885" y="1511139"/>
        <a:ext cx="1242714" cy="621357"/>
      </dsp:txXfrm>
    </dsp:sp>
    <dsp:sp modelId="{DCC0EB77-CE65-4C8A-91A4-3EFDAD133BF2}">
      <dsp:nvSpPr>
        <dsp:cNvPr id="0" name=""/>
        <dsp:cNvSpPr/>
      </dsp:nvSpPr>
      <dsp:spPr>
        <a:xfrm>
          <a:off x="1817042" y="2393466"/>
          <a:ext cx="1242714" cy="621357"/>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Prefixes</a:t>
          </a:r>
        </a:p>
      </dsp:txBody>
      <dsp:txXfrm>
        <a:off x="1817042" y="2393466"/>
        <a:ext cx="1242714" cy="621357"/>
      </dsp:txXfrm>
    </dsp:sp>
    <dsp:sp modelId="{398FBF71-E2A9-41B1-9B1E-E81E4549B661}">
      <dsp:nvSpPr>
        <dsp:cNvPr id="0" name=""/>
        <dsp:cNvSpPr/>
      </dsp:nvSpPr>
      <dsp:spPr>
        <a:xfrm>
          <a:off x="2127721" y="3275794"/>
          <a:ext cx="1242714" cy="621357"/>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post - (postpone)</a:t>
          </a:r>
        </a:p>
      </dsp:txBody>
      <dsp:txXfrm>
        <a:off x="2127721" y="3275794"/>
        <a:ext cx="1242714" cy="621357"/>
      </dsp:txXfrm>
    </dsp:sp>
    <dsp:sp modelId="{9781B6BA-0A85-49AF-9602-E29256505C89}">
      <dsp:nvSpPr>
        <dsp:cNvPr id="0" name=""/>
        <dsp:cNvSpPr/>
      </dsp:nvSpPr>
      <dsp:spPr>
        <a:xfrm>
          <a:off x="3320727" y="2393466"/>
          <a:ext cx="1242714" cy="621357"/>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Suffixes</a:t>
          </a:r>
        </a:p>
      </dsp:txBody>
      <dsp:txXfrm>
        <a:off x="3320727" y="2393466"/>
        <a:ext cx="1242714" cy="621357"/>
      </dsp:txXfrm>
    </dsp:sp>
    <dsp:sp modelId="{DCAD4957-2B26-4F83-B857-2527C2C04C67}">
      <dsp:nvSpPr>
        <dsp:cNvPr id="0" name=""/>
        <dsp:cNvSpPr/>
      </dsp:nvSpPr>
      <dsp:spPr>
        <a:xfrm>
          <a:off x="3631406" y="3275794"/>
          <a:ext cx="1242714" cy="621357"/>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a:t>
          </a:r>
          <a:r>
            <a:rPr lang="en-US" sz="1400" kern="1200" dirty="0" err="1"/>
            <a:t>ed</a:t>
          </a:r>
          <a:r>
            <a:rPr lang="en-US" sz="1400" kern="1200" dirty="0"/>
            <a:t> (tossed)</a:t>
          </a:r>
        </a:p>
      </dsp:txBody>
      <dsp:txXfrm>
        <a:off x="3631406" y="3275794"/>
        <a:ext cx="1242714" cy="62135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7898AB-2DA6-4493-8831-58290DFA59B3}">
      <dsp:nvSpPr>
        <dsp:cNvPr id="0" name=""/>
        <dsp:cNvSpPr/>
      </dsp:nvSpPr>
      <dsp:spPr>
        <a:xfrm>
          <a:off x="1295399" y="409"/>
          <a:ext cx="1425290" cy="837381"/>
        </a:xfrm>
        <a:prstGeom prst="rect">
          <a:avLst/>
        </a:prstGeom>
        <a:solidFill>
          <a:schemeClr val="lt1"/>
        </a:solidFill>
        <a:ln w="12700" cap="flat" cmpd="sng" algn="ctr">
          <a:solidFill>
            <a:schemeClr val="accent1"/>
          </a:solidFill>
          <a:prstDash val="solid"/>
          <a:miter lim="800000"/>
        </a:ln>
        <a:effectLst/>
      </dsp:spPr>
      <dsp:style>
        <a:lnRef idx="2">
          <a:schemeClr val="accent1"/>
        </a:lnRef>
        <a:fillRef idx="1">
          <a:schemeClr val="lt1"/>
        </a:fillRef>
        <a:effectRef idx="0">
          <a:schemeClr val="accent1"/>
        </a:effectRef>
        <a:fontRef idx="minor">
          <a:schemeClr val="dk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Transitive Verb (read)</a:t>
          </a:r>
        </a:p>
      </dsp:txBody>
      <dsp:txXfrm>
        <a:off x="1295399" y="409"/>
        <a:ext cx="1425290" cy="837381"/>
      </dsp:txXfrm>
    </dsp:sp>
    <dsp:sp modelId="{256A2805-7B62-4AB8-9E44-F6EE23605598}">
      <dsp:nvSpPr>
        <dsp:cNvPr id="0" name=""/>
        <dsp:cNvSpPr/>
      </dsp:nvSpPr>
      <dsp:spPr>
        <a:xfrm>
          <a:off x="2788685" y="176259"/>
          <a:ext cx="485681" cy="485681"/>
        </a:xfrm>
        <a:prstGeom prst="mathPlus">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2853062" y="361983"/>
        <a:ext cx="356927" cy="114233"/>
      </dsp:txXfrm>
    </dsp:sp>
    <dsp:sp modelId="{8A123D56-528F-4B39-B0FD-4EEA75E341CB}">
      <dsp:nvSpPr>
        <dsp:cNvPr id="0" name=""/>
        <dsp:cNvSpPr/>
      </dsp:nvSpPr>
      <dsp:spPr>
        <a:xfrm>
          <a:off x="3342361" y="409"/>
          <a:ext cx="837381" cy="837381"/>
        </a:xfrm>
        <a:prstGeom prst="rect">
          <a:avLst/>
        </a:prstGeom>
        <a:solidFill>
          <a:schemeClr val="lt1"/>
        </a:solidFill>
        <a:ln w="12700" cap="flat" cmpd="sng" algn="ctr">
          <a:solidFill>
            <a:schemeClr val="accent1"/>
          </a:solidFill>
          <a:prstDash val="solid"/>
          <a:miter lim="800000"/>
        </a:ln>
        <a:effectLst/>
      </dsp:spPr>
      <dsp:style>
        <a:lnRef idx="2">
          <a:schemeClr val="accent1"/>
        </a:lnRef>
        <a:fillRef idx="1">
          <a:schemeClr val="lt1"/>
        </a:fillRef>
        <a:effectRef idx="0">
          <a:schemeClr val="accent1"/>
        </a:effectRef>
        <a:fontRef idx="minor">
          <a:schemeClr val="dk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-able</a:t>
          </a:r>
        </a:p>
      </dsp:txBody>
      <dsp:txXfrm>
        <a:off x="3342361" y="409"/>
        <a:ext cx="837381" cy="837381"/>
      </dsp:txXfrm>
    </dsp:sp>
    <dsp:sp modelId="{2C49DA7A-3D8D-483F-89A4-4B163A055227}">
      <dsp:nvSpPr>
        <dsp:cNvPr id="0" name=""/>
        <dsp:cNvSpPr/>
      </dsp:nvSpPr>
      <dsp:spPr>
        <a:xfrm>
          <a:off x="4247738" y="176259"/>
          <a:ext cx="485681" cy="485681"/>
        </a:xfrm>
        <a:prstGeom prst="mathEqual">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a:off x="4312115" y="276309"/>
        <a:ext cx="356927" cy="285581"/>
      </dsp:txXfrm>
    </dsp:sp>
    <dsp:sp modelId="{31A1DA67-3D4D-4347-A3EB-BF87898A75CF}">
      <dsp:nvSpPr>
        <dsp:cNvPr id="0" name=""/>
        <dsp:cNvSpPr/>
      </dsp:nvSpPr>
      <dsp:spPr>
        <a:xfrm>
          <a:off x="4801415" y="409"/>
          <a:ext cx="989784" cy="837381"/>
        </a:xfrm>
        <a:prstGeom prst="rect">
          <a:avLst/>
        </a:prstGeom>
        <a:solidFill>
          <a:schemeClr val="lt1"/>
        </a:solidFill>
        <a:ln w="12700" cap="flat" cmpd="sng" algn="ctr">
          <a:solidFill>
            <a:schemeClr val="accent2"/>
          </a:solidFill>
          <a:prstDash val="solid"/>
          <a:miter lim="800000"/>
        </a:ln>
        <a:effectLst/>
      </dsp:spPr>
      <dsp:style>
        <a:lnRef idx="2">
          <a:schemeClr val="accent2"/>
        </a:lnRef>
        <a:fillRef idx="1">
          <a:schemeClr val="lt1"/>
        </a:fillRef>
        <a:effectRef idx="0">
          <a:schemeClr val="accent2"/>
        </a:effectRef>
        <a:fontRef idx="minor">
          <a:schemeClr val="dk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Productive (readable)</a:t>
          </a:r>
        </a:p>
      </dsp:txBody>
      <dsp:txXfrm>
        <a:off x="4801415" y="409"/>
        <a:ext cx="989784" cy="83738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7898AB-2DA6-4493-8831-58290DFA59B3}">
      <dsp:nvSpPr>
        <dsp:cNvPr id="0" name=""/>
        <dsp:cNvSpPr/>
      </dsp:nvSpPr>
      <dsp:spPr>
        <a:xfrm>
          <a:off x="914396" y="297"/>
          <a:ext cx="1411933" cy="837604"/>
        </a:xfrm>
        <a:prstGeom prst="rect">
          <a:avLst/>
        </a:prstGeom>
        <a:solidFill>
          <a:schemeClr val="lt1"/>
        </a:solidFill>
        <a:ln w="12700" cap="flat" cmpd="sng" algn="ctr">
          <a:solidFill>
            <a:schemeClr val="accent1"/>
          </a:solidFill>
          <a:prstDash val="solid"/>
          <a:miter lim="800000"/>
        </a:ln>
        <a:effectLst/>
      </dsp:spPr>
      <dsp:style>
        <a:lnRef idx="2">
          <a:schemeClr val="accent1"/>
        </a:lnRef>
        <a:fillRef idx="1">
          <a:schemeClr val="lt1"/>
        </a:fillRef>
        <a:effectRef idx="0">
          <a:schemeClr val="accent1"/>
        </a:effectRef>
        <a:fontRef idx="minor">
          <a:schemeClr val="dk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t>Noun (game)</a:t>
          </a:r>
        </a:p>
      </dsp:txBody>
      <dsp:txXfrm>
        <a:off x="914396" y="297"/>
        <a:ext cx="1411933" cy="837604"/>
      </dsp:txXfrm>
    </dsp:sp>
    <dsp:sp modelId="{256A2805-7B62-4AB8-9E44-F6EE23605598}">
      <dsp:nvSpPr>
        <dsp:cNvPr id="0" name=""/>
        <dsp:cNvSpPr/>
      </dsp:nvSpPr>
      <dsp:spPr>
        <a:xfrm>
          <a:off x="2394343" y="176194"/>
          <a:ext cx="485810" cy="485810"/>
        </a:xfrm>
        <a:prstGeom prst="mathPlus">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2458737" y="361968"/>
        <a:ext cx="357022" cy="114262"/>
      </dsp:txXfrm>
    </dsp:sp>
    <dsp:sp modelId="{8A123D56-528F-4B39-B0FD-4EEA75E341CB}">
      <dsp:nvSpPr>
        <dsp:cNvPr id="0" name=""/>
        <dsp:cNvSpPr/>
      </dsp:nvSpPr>
      <dsp:spPr>
        <a:xfrm>
          <a:off x="2948167" y="297"/>
          <a:ext cx="909043" cy="837604"/>
        </a:xfrm>
        <a:prstGeom prst="rect">
          <a:avLst/>
        </a:prstGeom>
        <a:solidFill>
          <a:schemeClr val="lt1"/>
        </a:solidFill>
        <a:ln w="12700" cap="flat" cmpd="sng" algn="ctr">
          <a:solidFill>
            <a:schemeClr val="accent1"/>
          </a:solidFill>
          <a:prstDash val="solid"/>
          <a:miter lim="800000"/>
        </a:ln>
        <a:effectLst/>
      </dsp:spPr>
      <dsp:style>
        <a:lnRef idx="2">
          <a:schemeClr val="accent1"/>
        </a:lnRef>
        <a:fillRef idx="1">
          <a:schemeClr val="lt1"/>
        </a:fillRef>
        <a:effectRef idx="0">
          <a:schemeClr val="accent1"/>
        </a:effectRef>
        <a:fontRef idx="minor">
          <a:schemeClr val="dk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t>-able</a:t>
          </a:r>
        </a:p>
      </dsp:txBody>
      <dsp:txXfrm>
        <a:off x="2948167" y="297"/>
        <a:ext cx="909043" cy="837604"/>
      </dsp:txXfrm>
    </dsp:sp>
    <dsp:sp modelId="{2C49DA7A-3D8D-483F-89A4-4B163A055227}">
      <dsp:nvSpPr>
        <dsp:cNvPr id="0" name=""/>
        <dsp:cNvSpPr/>
      </dsp:nvSpPr>
      <dsp:spPr>
        <a:xfrm>
          <a:off x="3925225" y="176194"/>
          <a:ext cx="485810" cy="485810"/>
        </a:xfrm>
        <a:prstGeom prst="mathEqual">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3989619" y="276271"/>
        <a:ext cx="357022" cy="285656"/>
      </dsp:txXfrm>
    </dsp:sp>
    <dsp:sp modelId="{31A1DA67-3D4D-4347-A3EB-BF87898A75CF}">
      <dsp:nvSpPr>
        <dsp:cNvPr id="0" name=""/>
        <dsp:cNvSpPr/>
      </dsp:nvSpPr>
      <dsp:spPr>
        <a:xfrm>
          <a:off x="4479049" y="297"/>
          <a:ext cx="1007353" cy="837604"/>
        </a:xfrm>
        <a:prstGeom prst="rect">
          <a:avLst/>
        </a:prstGeom>
        <a:solidFill>
          <a:schemeClr val="lt1"/>
        </a:solidFill>
        <a:ln w="12700" cap="flat" cmpd="sng" algn="ctr">
          <a:solidFill>
            <a:schemeClr val="accent2"/>
          </a:solidFill>
          <a:prstDash val="solid"/>
          <a:miter lim="800000"/>
        </a:ln>
        <a:effectLst/>
      </dsp:spPr>
      <dsp:style>
        <a:lnRef idx="2">
          <a:schemeClr val="accent2"/>
        </a:lnRef>
        <a:fillRef idx="1">
          <a:schemeClr val="lt1"/>
        </a:fillRef>
        <a:effectRef idx="0">
          <a:schemeClr val="accent2"/>
        </a:effectRef>
        <a:fontRef idx="minor">
          <a:schemeClr val="dk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t>Not Productive (</a:t>
          </a:r>
          <a:r>
            <a:rPr lang="en-US" sz="1600" kern="1200" dirty="0" err="1"/>
            <a:t>gameable</a:t>
          </a:r>
          <a:r>
            <a:rPr lang="en-US" sz="1600" kern="1200" dirty="0"/>
            <a:t>)</a:t>
          </a:r>
        </a:p>
      </dsp:txBody>
      <dsp:txXfrm>
        <a:off x="4479049" y="297"/>
        <a:ext cx="1007353" cy="83760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74039C-CF36-47A8-9D2C-B7C5FFC3CA65}">
      <dsp:nvSpPr>
        <dsp:cNvPr id="0" name=""/>
        <dsp:cNvSpPr/>
      </dsp:nvSpPr>
      <dsp:spPr>
        <a:xfrm>
          <a:off x="0" y="3441586"/>
          <a:ext cx="7162800" cy="1129605"/>
        </a:xfrm>
        <a:prstGeom prst="rect">
          <a:avLst/>
        </a:prstGeom>
        <a:solidFill>
          <a:schemeClr val="lt1"/>
        </a:solidFill>
        <a:ln w="12700" cap="flat" cmpd="sng" algn="ctr">
          <a:solidFill>
            <a:schemeClr val="accent1"/>
          </a:solidFill>
          <a:prstDash val="solid"/>
          <a:miter lim="800000"/>
        </a:ln>
        <a:effectLst/>
      </dsp:spPr>
      <dsp:style>
        <a:lnRef idx="2">
          <a:schemeClr val="accent1"/>
        </a:lnRef>
        <a:fillRef idx="1">
          <a:schemeClr val="lt1"/>
        </a:fillRef>
        <a:effectRef idx="0">
          <a:schemeClr val="accent1"/>
        </a:effectRef>
        <a:fontRef idx="minor">
          <a:schemeClr val="dk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n-US" sz="2800" kern="1200" dirty="0"/>
            <a:t>Analyzing them as the words containing suffix -able leads to false analysis</a:t>
          </a:r>
        </a:p>
      </dsp:txBody>
      <dsp:txXfrm>
        <a:off x="0" y="3441586"/>
        <a:ext cx="7162800" cy="1129605"/>
      </dsp:txXfrm>
    </dsp:sp>
    <dsp:sp modelId="{168E309A-1B7B-4D7B-98CD-9922C1990336}">
      <dsp:nvSpPr>
        <dsp:cNvPr id="0" name=""/>
        <dsp:cNvSpPr/>
      </dsp:nvSpPr>
      <dsp:spPr>
        <a:xfrm rot="10800000">
          <a:off x="0" y="1721197"/>
          <a:ext cx="7162800" cy="1737333"/>
        </a:xfrm>
        <a:prstGeom prst="upArrowCallout">
          <a:avLst/>
        </a:prstGeom>
        <a:solidFill>
          <a:schemeClr val="lt1"/>
        </a:solidFill>
        <a:ln w="12700" cap="flat" cmpd="sng" algn="ctr">
          <a:solidFill>
            <a:schemeClr val="accent1"/>
          </a:solidFill>
          <a:prstDash val="solid"/>
          <a:miter lim="800000"/>
        </a:ln>
        <a:effectLst/>
      </dsp:spPr>
      <dsp:style>
        <a:lnRef idx="2">
          <a:schemeClr val="accent1"/>
        </a:lnRef>
        <a:fillRef idx="1">
          <a:schemeClr val="lt1"/>
        </a:fillRef>
        <a:effectRef idx="0">
          <a:schemeClr val="accent1"/>
        </a:effectRef>
        <a:fontRef idx="minor">
          <a:schemeClr val="dk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n-US" sz="2800" kern="1200" dirty="0"/>
            <a:t>They don’t have the meaning “to be able”</a:t>
          </a:r>
        </a:p>
        <a:p>
          <a:pPr marL="0" lvl="0" indent="0" algn="ctr" defTabSz="1244600">
            <a:lnSpc>
              <a:spcPct val="90000"/>
            </a:lnSpc>
            <a:spcBef>
              <a:spcPct val="0"/>
            </a:spcBef>
            <a:spcAft>
              <a:spcPct val="35000"/>
            </a:spcAft>
            <a:buNone/>
          </a:pPr>
          <a:r>
            <a:rPr lang="en-US" sz="2800" kern="1200" dirty="0"/>
            <a:t>They can not take the suffix -</a:t>
          </a:r>
          <a:r>
            <a:rPr lang="en-US" sz="2800" kern="1200" dirty="0" err="1"/>
            <a:t>ity</a:t>
          </a:r>
          <a:r>
            <a:rPr lang="en-US" sz="2800" kern="1200" dirty="0"/>
            <a:t> to form a noun</a:t>
          </a:r>
        </a:p>
      </dsp:txBody>
      <dsp:txXfrm rot="10800000">
        <a:off x="0" y="1721197"/>
        <a:ext cx="7162800" cy="1128867"/>
      </dsp:txXfrm>
    </dsp:sp>
    <dsp:sp modelId="{BC48EAED-8EDA-46C3-83B4-639AC6993888}">
      <dsp:nvSpPr>
        <dsp:cNvPr id="0" name=""/>
        <dsp:cNvSpPr/>
      </dsp:nvSpPr>
      <dsp:spPr>
        <a:xfrm rot="10800000">
          <a:off x="0" y="808"/>
          <a:ext cx="7162800" cy="1737333"/>
        </a:xfrm>
        <a:prstGeom prst="upArrowCallout">
          <a:avLst/>
        </a:prstGeom>
        <a:solidFill>
          <a:schemeClr val="lt1"/>
        </a:solidFill>
        <a:ln w="12700" cap="flat" cmpd="sng" algn="ctr">
          <a:solidFill>
            <a:schemeClr val="accent1"/>
          </a:solidFill>
          <a:prstDash val="solid"/>
          <a:miter lim="800000"/>
        </a:ln>
        <a:effectLst/>
      </dsp:spPr>
      <dsp:style>
        <a:lnRef idx="2">
          <a:schemeClr val="accent1"/>
        </a:lnRef>
        <a:fillRef idx="1">
          <a:schemeClr val="lt1"/>
        </a:fillRef>
        <a:effectRef idx="0">
          <a:schemeClr val="accent1"/>
        </a:effectRef>
        <a:fontRef idx="minor">
          <a:schemeClr val="dk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n-US" sz="2800" kern="1200" dirty="0"/>
            <a:t>hospit</a:t>
          </a:r>
          <a:r>
            <a:rPr lang="en-US" sz="2800" kern="1200" dirty="0">
              <a:solidFill>
                <a:srgbClr val="FF33CC"/>
              </a:solidFill>
            </a:rPr>
            <a:t>able</a:t>
          </a:r>
          <a:r>
            <a:rPr lang="en-US" sz="2800" kern="1200" dirty="0"/>
            <a:t>, size</a:t>
          </a:r>
          <a:r>
            <a:rPr lang="en-US" sz="2800" kern="1200" dirty="0">
              <a:solidFill>
                <a:srgbClr val="FF33CC"/>
              </a:solidFill>
            </a:rPr>
            <a:t>able</a:t>
          </a:r>
        </a:p>
      </dsp:txBody>
      <dsp:txXfrm rot="10800000">
        <a:off x="0" y="808"/>
        <a:ext cx="7162800" cy="112886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EFF4FD-6AFE-4A03-A287-822F427E6347}">
      <dsp:nvSpPr>
        <dsp:cNvPr id="0" name=""/>
        <dsp:cNvSpPr/>
      </dsp:nvSpPr>
      <dsp:spPr>
        <a:xfrm>
          <a:off x="1114" y="419099"/>
          <a:ext cx="1477695" cy="736601"/>
        </a:xfrm>
        <a:prstGeom prst="rect">
          <a:avLst/>
        </a:prstGeom>
        <a:solidFill>
          <a:schemeClr val="lt1"/>
        </a:solidFill>
        <a:ln w="12700" cap="flat" cmpd="sng" algn="ctr">
          <a:solidFill>
            <a:schemeClr val="accent1"/>
          </a:solidFill>
          <a:prstDash val="solid"/>
          <a:miter lim="800000"/>
        </a:ln>
        <a:effectLst/>
        <a:scene3d>
          <a:camera prst="orthographicFront">
            <a:rot lat="0" lon="0" rev="0"/>
          </a:camera>
          <a:lightRig rig="contrasting" dir="t">
            <a:rot lat="0" lon="0" rev="1200000"/>
          </a:lightRig>
        </a:scene3d>
        <a:sp3d/>
      </dsp:spPr>
      <dsp:style>
        <a:lnRef idx="2">
          <a:schemeClr val="accent1"/>
        </a:lnRef>
        <a:fillRef idx="1">
          <a:schemeClr val="lt1"/>
        </a:fillRef>
        <a:effectRef idx="0">
          <a:schemeClr val="accent1"/>
        </a:effectRef>
        <a:fontRef idx="minor">
          <a:schemeClr val="dk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t>base (nonexistent)</a:t>
          </a:r>
        </a:p>
      </dsp:txBody>
      <dsp:txXfrm>
        <a:off x="1114" y="419099"/>
        <a:ext cx="1477695" cy="736601"/>
      </dsp:txXfrm>
    </dsp:sp>
    <dsp:sp modelId="{6111A3B5-6086-4F7E-9F82-0150145B0071}">
      <dsp:nvSpPr>
        <dsp:cNvPr id="0" name=""/>
        <dsp:cNvSpPr/>
      </dsp:nvSpPr>
      <dsp:spPr>
        <a:xfrm>
          <a:off x="1598799" y="358868"/>
          <a:ext cx="857063" cy="857063"/>
        </a:xfrm>
        <a:prstGeom prst="mathPlus">
          <a:avLst/>
        </a:prstGeom>
        <a:solidFill>
          <a:schemeClr val="accent1"/>
        </a:solidFill>
        <a:ln w="12700" cap="flat" cmpd="sng" algn="ctr">
          <a:solidFill>
            <a:schemeClr val="accent1">
              <a:shade val="50000"/>
            </a:schemeClr>
          </a:solidFill>
          <a:prstDash val="solid"/>
          <a:miter lim="800000"/>
        </a:ln>
        <a:effectLst/>
        <a:scene3d>
          <a:camera prst="orthographicFront">
            <a:rot lat="0" lon="0" rev="0"/>
          </a:camera>
          <a:lightRig rig="contrasting" dir="t">
            <a:rot lat="0" lon="0" rev="1200000"/>
          </a:lightRig>
        </a:scene3d>
        <a:sp3d z="-182000"/>
      </dsp:spPr>
      <dsp:style>
        <a:lnRef idx="2">
          <a:schemeClr val="accent1">
            <a:shade val="50000"/>
          </a:schemeClr>
        </a:lnRef>
        <a:fillRef idx="1">
          <a:schemeClr val="accent1"/>
        </a:fillRef>
        <a:effectRef idx="0">
          <a:schemeClr val="accent1"/>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1712403" y="686609"/>
        <a:ext cx="629855" cy="201581"/>
      </dsp:txXfrm>
    </dsp:sp>
    <dsp:sp modelId="{267DC44E-6962-4E48-9C70-A6A82891ED4A}">
      <dsp:nvSpPr>
        <dsp:cNvPr id="0" name=""/>
        <dsp:cNvSpPr/>
      </dsp:nvSpPr>
      <dsp:spPr>
        <a:xfrm>
          <a:off x="2575852" y="457201"/>
          <a:ext cx="1477695" cy="660397"/>
        </a:xfrm>
        <a:prstGeom prst="rect">
          <a:avLst/>
        </a:prstGeom>
        <a:solidFill>
          <a:schemeClr val="lt1"/>
        </a:solidFill>
        <a:ln w="12700" cap="flat" cmpd="sng" algn="ctr">
          <a:solidFill>
            <a:schemeClr val="accent1"/>
          </a:solidFill>
          <a:prstDash val="solid"/>
          <a:miter lim="800000"/>
        </a:ln>
        <a:effectLst/>
        <a:scene3d>
          <a:camera prst="orthographicFront">
            <a:rot lat="0" lon="0" rev="0"/>
          </a:camera>
          <a:lightRig rig="contrasting" dir="t">
            <a:rot lat="0" lon="0" rev="1200000"/>
          </a:lightRig>
        </a:scene3d>
        <a:sp3d/>
      </dsp:spPr>
      <dsp:style>
        <a:lnRef idx="2">
          <a:schemeClr val="accent1"/>
        </a:lnRef>
        <a:fillRef idx="1">
          <a:schemeClr val="lt1"/>
        </a:fillRef>
        <a:effectRef idx="0">
          <a:schemeClr val="accent1"/>
        </a:effectRef>
        <a:fontRef idx="minor">
          <a:schemeClr val="dk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t>morpheme (known)</a:t>
          </a:r>
        </a:p>
      </dsp:txBody>
      <dsp:txXfrm>
        <a:off x="2575852" y="457201"/>
        <a:ext cx="1477695" cy="660397"/>
      </dsp:txXfrm>
    </dsp:sp>
    <dsp:sp modelId="{981613ED-9B97-4BD3-A591-49725045A97A}">
      <dsp:nvSpPr>
        <dsp:cNvPr id="0" name=""/>
        <dsp:cNvSpPr/>
      </dsp:nvSpPr>
      <dsp:spPr>
        <a:xfrm>
          <a:off x="4173536" y="358868"/>
          <a:ext cx="857063" cy="857063"/>
        </a:xfrm>
        <a:prstGeom prst="mathEqual">
          <a:avLst/>
        </a:prstGeom>
        <a:solidFill>
          <a:schemeClr val="accent1"/>
        </a:solidFill>
        <a:ln w="12700" cap="flat" cmpd="sng" algn="ctr">
          <a:solidFill>
            <a:schemeClr val="accent1">
              <a:shade val="50000"/>
            </a:schemeClr>
          </a:solidFill>
          <a:prstDash val="solid"/>
          <a:miter lim="800000"/>
        </a:ln>
        <a:effectLst/>
        <a:scene3d>
          <a:camera prst="orthographicFront">
            <a:rot lat="0" lon="0" rev="0"/>
          </a:camera>
          <a:lightRig rig="contrasting" dir="t">
            <a:rot lat="0" lon="0" rev="1200000"/>
          </a:lightRig>
        </a:scene3d>
        <a:sp3d z="-182000"/>
      </dsp:spPr>
      <dsp:style>
        <a:lnRef idx="2">
          <a:schemeClr val="accent1">
            <a:shade val="50000"/>
          </a:schemeClr>
        </a:lnRef>
        <a:fillRef idx="1">
          <a:schemeClr val="accent1"/>
        </a:fillRef>
        <a:effectRef idx="0">
          <a:schemeClr val="accent1"/>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4287140" y="535423"/>
        <a:ext cx="629855" cy="503953"/>
      </dsp:txXfrm>
    </dsp:sp>
    <dsp:sp modelId="{177D5799-E459-4287-8575-3508798B86DE}">
      <dsp:nvSpPr>
        <dsp:cNvPr id="0" name=""/>
        <dsp:cNvSpPr/>
      </dsp:nvSpPr>
      <dsp:spPr>
        <a:xfrm>
          <a:off x="5150589" y="457201"/>
          <a:ext cx="1477695" cy="660397"/>
        </a:xfrm>
        <a:prstGeom prst="rect">
          <a:avLst/>
        </a:prstGeom>
        <a:solidFill>
          <a:schemeClr val="lt1"/>
        </a:solidFill>
        <a:ln w="12700" cap="flat" cmpd="sng" algn="ctr">
          <a:solidFill>
            <a:schemeClr val="accent1"/>
          </a:solidFill>
          <a:prstDash val="solid"/>
          <a:miter lim="800000"/>
        </a:ln>
        <a:effectLst/>
        <a:scene3d>
          <a:camera prst="orthographicFront">
            <a:rot lat="0" lon="0" rev="0"/>
          </a:camera>
          <a:lightRig rig="contrasting" dir="t">
            <a:rot lat="0" lon="0" rev="1200000"/>
          </a:lightRig>
        </a:scene3d>
        <a:sp3d/>
      </dsp:spPr>
      <dsp:style>
        <a:lnRef idx="2">
          <a:schemeClr val="accent1"/>
        </a:lnRef>
        <a:fillRef idx="1">
          <a:schemeClr val="lt1"/>
        </a:fillRef>
        <a:effectRef idx="0">
          <a:schemeClr val="accent1"/>
        </a:effectRef>
        <a:fontRef idx="minor">
          <a:schemeClr val="dk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t>Compound</a:t>
          </a:r>
        </a:p>
      </dsp:txBody>
      <dsp:txXfrm>
        <a:off x="5150589" y="457201"/>
        <a:ext cx="1477695" cy="66039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3B8794-D8BE-45EE-A14B-BB5A4020DB94}">
      <dsp:nvSpPr>
        <dsp:cNvPr id="0" name=""/>
        <dsp:cNvSpPr/>
      </dsp:nvSpPr>
      <dsp:spPr>
        <a:xfrm>
          <a:off x="2743200" y="0"/>
          <a:ext cx="4114800" cy="2032000"/>
        </a:xfrm>
        <a:prstGeom prst="rightArrow">
          <a:avLst>
            <a:gd name="adj1" fmla="val 75000"/>
            <a:gd name="adj2" fmla="val 50000"/>
          </a:avLst>
        </a:prstGeom>
        <a:solidFill>
          <a:schemeClr val="accent1">
            <a:alpha val="90000"/>
            <a:tint val="4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2700" tIns="12700" rIns="12700" bIns="12700" numCol="1" spcCol="1270" anchor="t" anchorCtr="0">
          <a:noAutofit/>
        </a:bodyPr>
        <a:lstStyle/>
        <a:p>
          <a:pPr marL="228600" lvl="1" indent="-228600" algn="l" defTabSz="889000">
            <a:lnSpc>
              <a:spcPct val="90000"/>
            </a:lnSpc>
            <a:spcBef>
              <a:spcPct val="0"/>
            </a:spcBef>
            <a:spcAft>
              <a:spcPct val="15000"/>
            </a:spcAft>
            <a:buChar char="•"/>
          </a:pPr>
          <a:r>
            <a:rPr lang="en-US" sz="2000" kern="1200" dirty="0"/>
            <a:t>-able has the regular meaning “be able”</a:t>
          </a:r>
        </a:p>
        <a:p>
          <a:pPr marL="228600" lvl="1" indent="-228600" algn="l" defTabSz="889000">
            <a:lnSpc>
              <a:spcPct val="90000"/>
            </a:lnSpc>
            <a:spcBef>
              <a:spcPct val="0"/>
            </a:spcBef>
            <a:spcAft>
              <a:spcPct val="15000"/>
            </a:spcAft>
            <a:buChar char="•"/>
          </a:pPr>
          <a:r>
            <a:rPr lang="en-US" sz="2000" kern="1200" dirty="0"/>
            <a:t>-</a:t>
          </a:r>
          <a:r>
            <a:rPr lang="en-US" sz="2000" kern="1200" dirty="0" err="1"/>
            <a:t>ity</a:t>
          </a:r>
          <a:r>
            <a:rPr lang="en-US" sz="2000" kern="1200" dirty="0"/>
            <a:t> form is possible</a:t>
          </a:r>
        </a:p>
        <a:p>
          <a:pPr marL="228600" lvl="1" indent="-228600" algn="l" defTabSz="889000">
            <a:lnSpc>
              <a:spcPct val="90000"/>
            </a:lnSpc>
            <a:spcBef>
              <a:spcPct val="0"/>
            </a:spcBef>
            <a:spcAft>
              <a:spcPct val="15000"/>
            </a:spcAft>
            <a:buChar char="•"/>
          </a:pPr>
          <a:r>
            <a:rPr lang="en-US" sz="2000" kern="1200" dirty="0"/>
            <a:t>Base words don’t exit independently</a:t>
          </a:r>
        </a:p>
      </dsp:txBody>
      <dsp:txXfrm>
        <a:off x="2743200" y="254000"/>
        <a:ext cx="3352800" cy="1524000"/>
      </dsp:txXfrm>
    </dsp:sp>
    <dsp:sp modelId="{9B5C793E-78DD-4714-B207-49A9358482AD}">
      <dsp:nvSpPr>
        <dsp:cNvPr id="0" name=""/>
        <dsp:cNvSpPr/>
      </dsp:nvSpPr>
      <dsp:spPr>
        <a:xfrm>
          <a:off x="0" y="0"/>
          <a:ext cx="2743200" cy="2032000"/>
        </a:xfrm>
        <a:prstGeom prst="roundRect">
          <a:avLst/>
        </a:prstGeom>
        <a:solidFill>
          <a:schemeClr val="lt1"/>
        </a:solidFill>
        <a:ln w="12700" cap="flat" cmpd="sng" algn="ctr">
          <a:solidFill>
            <a:schemeClr val="accent1"/>
          </a:solidFill>
          <a:prstDash val="solid"/>
          <a:miter lim="800000"/>
        </a:ln>
        <a:effectLst/>
        <a:scene3d>
          <a:camera prst="orthographicFront">
            <a:rot lat="0" lon="0" rev="0"/>
          </a:camera>
          <a:lightRig rig="contrasting" dir="t">
            <a:rot lat="0" lon="0" rev="1200000"/>
          </a:lightRig>
        </a:scene3d>
        <a:sp3d/>
      </dsp:spPr>
      <dsp:style>
        <a:lnRef idx="2">
          <a:schemeClr val="accent1"/>
        </a:lnRef>
        <a:fillRef idx="1">
          <a:schemeClr val="lt1"/>
        </a:fillRef>
        <a:effectRef idx="0">
          <a:schemeClr val="accent1"/>
        </a:effectRef>
        <a:fontRef idx="minor">
          <a:schemeClr val="dk1"/>
        </a:fontRef>
      </dsp:style>
      <dsp:txBody>
        <a:bodyPr spcFirstLastPara="0" vert="horz" wrap="square" lIns="133350" tIns="66675" rIns="133350" bIns="66675" numCol="1" spcCol="1270" anchor="ctr" anchorCtr="0">
          <a:noAutofit/>
        </a:bodyPr>
        <a:lstStyle/>
        <a:p>
          <a:pPr marL="0" lvl="0" indent="0" algn="ctr" defTabSz="1555750">
            <a:lnSpc>
              <a:spcPct val="90000"/>
            </a:lnSpc>
            <a:spcBef>
              <a:spcPct val="0"/>
            </a:spcBef>
            <a:spcAft>
              <a:spcPct val="35000"/>
            </a:spcAft>
            <a:buNone/>
          </a:pPr>
          <a:r>
            <a:rPr lang="en-US" sz="3500" kern="1200" dirty="0">
              <a:solidFill>
                <a:srgbClr val="FF33CC"/>
              </a:solidFill>
            </a:rPr>
            <a:t>malle</a:t>
          </a:r>
          <a:r>
            <a:rPr lang="en-US" sz="3500" kern="1200" dirty="0"/>
            <a:t>able</a:t>
          </a:r>
        </a:p>
        <a:p>
          <a:pPr marL="0" lvl="0" indent="0" algn="ctr" defTabSz="1555750">
            <a:lnSpc>
              <a:spcPct val="90000"/>
            </a:lnSpc>
            <a:spcBef>
              <a:spcPct val="0"/>
            </a:spcBef>
            <a:spcAft>
              <a:spcPct val="35000"/>
            </a:spcAft>
            <a:buNone/>
          </a:pPr>
          <a:r>
            <a:rPr lang="en-US" sz="3500" kern="1200" dirty="0">
              <a:solidFill>
                <a:schemeClr val="tx1"/>
              </a:solidFill>
            </a:rPr>
            <a:t>feas</a:t>
          </a:r>
          <a:r>
            <a:rPr lang="en-US" sz="3500" kern="1200" dirty="0"/>
            <a:t>ible (</a:t>
          </a:r>
          <a:r>
            <a:rPr lang="en-US" sz="3500" kern="1200" dirty="0" err="1">
              <a:solidFill>
                <a:srgbClr val="FF33CC"/>
              </a:solidFill>
            </a:rPr>
            <a:t>fease</a:t>
          </a:r>
          <a:r>
            <a:rPr lang="en-US" sz="3500" kern="1200" dirty="0" err="1"/>
            <a:t>+ible</a:t>
          </a:r>
          <a:r>
            <a:rPr lang="en-US" sz="3500" kern="1200" dirty="0"/>
            <a:t>)</a:t>
          </a:r>
        </a:p>
      </dsp:txBody>
      <dsp:txXfrm>
        <a:off x="99194" y="99194"/>
        <a:ext cx="2544812" cy="1833612"/>
      </dsp:txXfrm>
    </dsp:sp>
  </dsp:spTree>
</dsp:drawing>
</file>

<file path=ppt/diagrams/layout1.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equation1">
  <dgm:title val=""/>
  <dgm:desc val=""/>
  <dgm:catLst>
    <dgm:cat type="relationship" pri="17000"/>
    <dgm:cat type="process"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choose name="Name0">
      <dgm:if name="Name1" func="var" arg="dir" op="equ" val="norm">
        <dgm:alg type="lin">
          <dgm:param type="fallback" val="2D"/>
        </dgm:alg>
      </dgm:if>
      <dgm:else name="Name2">
        <dgm:alg type="lin">
          <dgm:param type="linDir" val="fromR"/>
          <dgm:param type="fallback" val="2D"/>
        </dgm:alg>
      </dgm:else>
    </dgm:choose>
    <dgm:shape xmlns:r="http://schemas.openxmlformats.org/officeDocument/2006/relationships" r:blip="">
      <dgm:adjLst/>
    </dgm:shape>
    <dgm:presOf/>
    <dgm:constrLst>
      <dgm:constr type="w" for="ch" ptType="node" refType="w"/>
      <dgm:constr type="w" for="ch" ptType="sibTrans" refType="w" refFor="ch" refPtType="node" fact="0.58"/>
      <dgm:constr type="primFontSz" for="ch" ptType="node" op="equ" val="65"/>
      <dgm:constr type="primFontSz" for="ch" ptType="sibTrans" op="equ" val="55"/>
      <dgm:constr type="primFontSz" for="ch" ptType="sibTrans" refType="primFontSz" refFor="ch" refPtType="node" op="lte" fact="0.8"/>
      <dgm:constr type="w" for="ch" forName="spacerL" refType="w" refFor="ch" refPtType="sibTrans" fact="0.14"/>
      <dgm:constr type="w" for="ch" forName="spacerR" refType="w" refFor="ch" refPtType="sibTrans" fact="0.14"/>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sibTransForEach" axis="followSib" ptType="sibTrans" cnt="1">
        <dgm:layoutNode name="spacerL">
          <dgm:alg type="sp"/>
          <dgm:shape xmlns:r="http://schemas.openxmlformats.org/officeDocument/2006/relationships" r:blip="">
            <dgm:adjLst/>
          </dgm:shape>
          <dgm:presOf/>
          <dgm:constrLst/>
          <dgm:ruleLst/>
        </dgm:layoutNode>
        <dgm:layoutNode name="sibTrans">
          <dgm:alg type="tx"/>
          <dgm:choose name="Name3">
            <dgm:if name="Name4" axis="followSib" ptType="sibTrans" func="cnt" op="equ" val="0">
              <dgm:shape xmlns:r="http://schemas.openxmlformats.org/officeDocument/2006/relationships" type="mathEqual" r:blip="">
                <dgm:adjLst/>
              </dgm:shape>
            </dgm:if>
            <dgm:else name="Name5">
              <dgm:shape xmlns:r="http://schemas.openxmlformats.org/officeDocument/2006/relationships" type="mathPlus" r:blip="">
                <dgm:adjLst/>
              </dgm:shape>
            </dgm:else>
          </dgm:choose>
          <dgm:presOf axis="self"/>
          <dgm:constrLst>
            <dgm:constr type="h" refType="w"/>
            <dgm:constr type="lMarg"/>
            <dgm:constr type="rMarg"/>
            <dgm:constr type="tMarg"/>
            <dgm:constr type="bMarg"/>
          </dgm:constrLst>
          <dgm:ruleLst>
            <dgm:rule type="primFontSz" val="5" fact="NaN" max="NaN"/>
          </dgm:ruleLst>
        </dgm:layoutNode>
        <dgm:layoutNode name="spacerR">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equation1">
  <dgm:title val=""/>
  <dgm:desc val=""/>
  <dgm:catLst>
    <dgm:cat type="relationship" pri="17000"/>
    <dgm:cat type="process"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choose name="Name0">
      <dgm:if name="Name1" func="var" arg="dir" op="equ" val="norm">
        <dgm:alg type="lin">
          <dgm:param type="fallback" val="2D"/>
        </dgm:alg>
      </dgm:if>
      <dgm:else name="Name2">
        <dgm:alg type="lin">
          <dgm:param type="linDir" val="fromR"/>
          <dgm:param type="fallback" val="2D"/>
        </dgm:alg>
      </dgm:else>
    </dgm:choose>
    <dgm:shape xmlns:r="http://schemas.openxmlformats.org/officeDocument/2006/relationships" r:blip="">
      <dgm:adjLst/>
    </dgm:shape>
    <dgm:presOf/>
    <dgm:constrLst>
      <dgm:constr type="w" for="ch" ptType="node" refType="w"/>
      <dgm:constr type="w" for="ch" ptType="sibTrans" refType="w" refFor="ch" refPtType="node" fact="0.58"/>
      <dgm:constr type="primFontSz" for="ch" ptType="node" op="equ" val="65"/>
      <dgm:constr type="primFontSz" for="ch" ptType="sibTrans" op="equ" val="55"/>
      <dgm:constr type="primFontSz" for="ch" ptType="sibTrans" refType="primFontSz" refFor="ch" refPtType="node" op="lte" fact="0.8"/>
      <dgm:constr type="w" for="ch" forName="spacerL" refType="w" refFor="ch" refPtType="sibTrans" fact="0.14"/>
      <dgm:constr type="w" for="ch" forName="spacerR" refType="w" refFor="ch" refPtType="sibTrans" fact="0.14"/>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sibTransForEach" axis="followSib" ptType="sibTrans" cnt="1">
        <dgm:layoutNode name="spacerL">
          <dgm:alg type="sp"/>
          <dgm:shape xmlns:r="http://schemas.openxmlformats.org/officeDocument/2006/relationships" r:blip="">
            <dgm:adjLst/>
          </dgm:shape>
          <dgm:presOf/>
          <dgm:constrLst/>
          <dgm:ruleLst/>
        </dgm:layoutNode>
        <dgm:layoutNode name="sibTrans">
          <dgm:alg type="tx"/>
          <dgm:choose name="Name3">
            <dgm:if name="Name4" axis="followSib" ptType="sibTrans" func="cnt" op="equ" val="0">
              <dgm:shape xmlns:r="http://schemas.openxmlformats.org/officeDocument/2006/relationships" type="mathEqual" r:blip="">
                <dgm:adjLst/>
              </dgm:shape>
            </dgm:if>
            <dgm:else name="Name5">
              <dgm:shape xmlns:r="http://schemas.openxmlformats.org/officeDocument/2006/relationships" type="mathPlus" r:blip="">
                <dgm:adjLst/>
              </dgm:shape>
            </dgm:else>
          </dgm:choose>
          <dgm:presOf axis="self"/>
          <dgm:constrLst>
            <dgm:constr type="h" refType="w"/>
            <dgm:constr type="lMarg"/>
            <dgm:constr type="rMarg"/>
            <dgm:constr type="tMarg"/>
            <dgm:constr type="bMarg"/>
          </dgm:constrLst>
          <dgm:ruleLst>
            <dgm:rule type="primFontSz" val="5" fact="NaN" max="NaN"/>
          </dgm:ruleLst>
        </dgm:layoutNode>
        <dgm:layoutNode name="spacerR">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equation1">
  <dgm:title val=""/>
  <dgm:desc val=""/>
  <dgm:catLst>
    <dgm:cat type="relationship" pri="17000"/>
    <dgm:cat type="process"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choose name="Name0">
      <dgm:if name="Name1" func="var" arg="dir" op="equ" val="norm">
        <dgm:alg type="lin">
          <dgm:param type="fallback" val="2D"/>
        </dgm:alg>
      </dgm:if>
      <dgm:else name="Name2">
        <dgm:alg type="lin">
          <dgm:param type="linDir" val="fromR"/>
          <dgm:param type="fallback" val="2D"/>
        </dgm:alg>
      </dgm:else>
    </dgm:choose>
    <dgm:shape xmlns:r="http://schemas.openxmlformats.org/officeDocument/2006/relationships" r:blip="">
      <dgm:adjLst/>
    </dgm:shape>
    <dgm:presOf/>
    <dgm:constrLst>
      <dgm:constr type="w" for="ch" ptType="node" refType="w"/>
      <dgm:constr type="w" for="ch" ptType="sibTrans" refType="w" refFor="ch" refPtType="node" fact="0.58"/>
      <dgm:constr type="primFontSz" for="ch" ptType="node" op="equ" val="65"/>
      <dgm:constr type="primFontSz" for="ch" ptType="sibTrans" op="equ" val="55"/>
      <dgm:constr type="primFontSz" for="ch" ptType="sibTrans" refType="primFontSz" refFor="ch" refPtType="node" op="lte" fact="0.8"/>
      <dgm:constr type="w" for="ch" forName="spacerL" refType="w" refFor="ch" refPtType="sibTrans" fact="0.14"/>
      <dgm:constr type="w" for="ch" forName="spacerR" refType="w" refFor="ch" refPtType="sibTrans" fact="0.14"/>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sibTransForEach" axis="followSib" ptType="sibTrans" cnt="1">
        <dgm:layoutNode name="spacerL">
          <dgm:alg type="sp"/>
          <dgm:shape xmlns:r="http://schemas.openxmlformats.org/officeDocument/2006/relationships" r:blip="">
            <dgm:adjLst/>
          </dgm:shape>
          <dgm:presOf/>
          <dgm:constrLst/>
          <dgm:ruleLst/>
        </dgm:layoutNode>
        <dgm:layoutNode name="sibTrans">
          <dgm:alg type="tx"/>
          <dgm:choose name="Name3">
            <dgm:if name="Name4" axis="followSib" ptType="sibTrans" func="cnt" op="equ" val="0">
              <dgm:shape xmlns:r="http://schemas.openxmlformats.org/officeDocument/2006/relationships" type="mathEqual" r:blip="">
                <dgm:adjLst/>
              </dgm:shape>
            </dgm:if>
            <dgm:else name="Name5">
              <dgm:shape xmlns:r="http://schemas.openxmlformats.org/officeDocument/2006/relationships" type="mathPlus" r:blip="">
                <dgm:adjLst/>
              </dgm:shape>
            </dgm:else>
          </dgm:choose>
          <dgm:presOf axis="self"/>
          <dgm:constrLst>
            <dgm:constr type="h" refType="w"/>
            <dgm:constr type="lMarg"/>
            <dgm:constr type="rMarg"/>
            <dgm:constr type="tMarg"/>
            <dgm:constr type="bMarg"/>
          </dgm:constrLst>
          <dgm:ruleLst>
            <dgm:rule type="primFontSz" val="5" fact="NaN" max="NaN"/>
          </dgm:ruleLst>
        </dgm:layoutNode>
        <dgm:layoutNode name="spacerR">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26F315-7401-4D29-9D00-82A4EDA8898D}" type="datetimeFigureOut">
              <a:rPr lang="en-IN" smtClean="0"/>
              <a:t>01-05-2022</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C43E04-5B60-4AF1-949D-53B90D720EF8}" type="slidenum">
              <a:rPr lang="en-IN" smtClean="0"/>
              <a:t>‹#›</a:t>
            </a:fld>
            <a:endParaRPr lang="en-IN"/>
          </a:p>
        </p:txBody>
      </p:sp>
    </p:spTree>
    <p:extLst>
      <p:ext uri="{BB962C8B-B14F-4D97-AF65-F5344CB8AC3E}">
        <p14:creationId xmlns:p14="http://schemas.microsoft.com/office/powerpoint/2010/main" val="14354268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universaldependencies.org/u/dep/" TargetMode="External"/><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a:extLst>
              <a:ext uri="{FF2B5EF4-FFF2-40B4-BE49-F238E27FC236}">
                <a16:creationId xmlns:a16="http://schemas.microsoft.com/office/drawing/2014/main" id="{8830F53A-D418-4C8A-9892-921192F4B5C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Notes Placeholder 2">
            <a:extLst>
              <a:ext uri="{FF2B5EF4-FFF2-40B4-BE49-F238E27FC236}">
                <a16:creationId xmlns:a16="http://schemas.microsoft.com/office/drawing/2014/main" id="{4C03112B-5A25-4950-B748-616E32835A8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9460" name="Slide Number Placeholder 3">
            <a:extLst>
              <a:ext uri="{FF2B5EF4-FFF2-40B4-BE49-F238E27FC236}">
                <a16:creationId xmlns:a16="http://schemas.microsoft.com/office/drawing/2014/main" id="{0AABF11E-8826-4CAE-B676-0F55288CA053}"/>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C046159-1588-4883-BAD3-ACAD123D2845}" type="slidenum">
              <a:rPr lang="en-US" altLang="en-US">
                <a:latin typeface="Calibri" panose="020F0502020204030204" pitchFamily="34" charset="0"/>
              </a:rPr>
              <a:pPr eaLnBrk="1" hangingPunct="1"/>
              <a:t>25</a:t>
            </a:fld>
            <a:endParaRPr lang="en-US" altLang="en-US">
              <a:latin typeface="Calibri" panose="020F050202020403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a:extLst>
              <a:ext uri="{FF2B5EF4-FFF2-40B4-BE49-F238E27FC236}">
                <a16:creationId xmlns:a16="http://schemas.microsoft.com/office/drawing/2014/main" id="{0EB96E2A-32F0-4E51-8BFD-14EC0755C3E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Notes Placeholder 2">
            <a:extLst>
              <a:ext uri="{FF2B5EF4-FFF2-40B4-BE49-F238E27FC236}">
                <a16:creationId xmlns:a16="http://schemas.microsoft.com/office/drawing/2014/main" id="{A3E0B2E3-3A11-4A85-9259-0A91D36E4C5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0484" name="Slide Number Placeholder 3">
            <a:extLst>
              <a:ext uri="{FF2B5EF4-FFF2-40B4-BE49-F238E27FC236}">
                <a16:creationId xmlns:a16="http://schemas.microsoft.com/office/drawing/2014/main" id="{FE2B9124-3B45-4442-AEFF-F30081B22881}"/>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FACCA5B-2C84-4FE1-92D5-F003110EA1C5}" type="slidenum">
              <a:rPr lang="en-US" altLang="en-US">
                <a:latin typeface="Calibri" panose="020F0502020204030204" pitchFamily="34" charset="0"/>
              </a:rPr>
              <a:pPr eaLnBrk="1" hangingPunct="1"/>
              <a:t>26</a:t>
            </a:fld>
            <a:endParaRPr lang="en-US" altLang="en-US">
              <a:latin typeface="Calibri" panose="020F050202020403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292929"/>
                </a:solidFill>
                <a:effectLst/>
                <a:latin typeface="charter"/>
              </a:rPr>
              <a:t>Dependency Parsing is the process to analyze the grammatical structure in a sentence and find out related words as well as the type of the relationship between them. Each relationship:</a:t>
            </a:r>
          </a:p>
          <a:p>
            <a:pPr algn="l">
              <a:buFont typeface="+mj-lt"/>
              <a:buAutoNum type="arabicPeriod"/>
            </a:pPr>
            <a:r>
              <a:rPr lang="en-US" b="0" i="0" dirty="0">
                <a:solidFill>
                  <a:srgbClr val="292929"/>
                </a:solidFill>
                <a:effectLst/>
                <a:latin typeface="charter"/>
              </a:rPr>
              <a:t>Has one </a:t>
            </a:r>
            <a:r>
              <a:rPr lang="en-US" b="1" i="0" dirty="0">
                <a:solidFill>
                  <a:srgbClr val="292929"/>
                </a:solidFill>
                <a:effectLst/>
                <a:latin typeface="charter"/>
              </a:rPr>
              <a:t>head</a:t>
            </a:r>
            <a:r>
              <a:rPr lang="en-US" b="0" i="1" dirty="0">
                <a:solidFill>
                  <a:srgbClr val="292929"/>
                </a:solidFill>
                <a:effectLst/>
                <a:latin typeface="charter"/>
              </a:rPr>
              <a:t> </a:t>
            </a:r>
            <a:r>
              <a:rPr lang="en-US" b="0" i="0" dirty="0">
                <a:solidFill>
                  <a:srgbClr val="292929"/>
                </a:solidFill>
                <a:effectLst/>
                <a:latin typeface="charter"/>
              </a:rPr>
              <a:t>and a </a:t>
            </a:r>
            <a:r>
              <a:rPr lang="en-US" b="1" i="0" dirty="0">
                <a:solidFill>
                  <a:srgbClr val="292929"/>
                </a:solidFill>
                <a:effectLst/>
                <a:latin typeface="charter"/>
              </a:rPr>
              <a:t>dependent </a:t>
            </a:r>
            <a:r>
              <a:rPr lang="en-US" b="0" i="0" dirty="0">
                <a:solidFill>
                  <a:srgbClr val="292929"/>
                </a:solidFill>
                <a:effectLst/>
                <a:latin typeface="charter"/>
              </a:rPr>
              <a:t>that modifies the </a:t>
            </a:r>
            <a:r>
              <a:rPr lang="en-US" b="1" i="0" dirty="0">
                <a:solidFill>
                  <a:srgbClr val="292929"/>
                </a:solidFill>
                <a:effectLst/>
                <a:latin typeface="charter"/>
              </a:rPr>
              <a:t>head</a:t>
            </a:r>
            <a:r>
              <a:rPr lang="en-US" b="0" i="0" dirty="0">
                <a:solidFill>
                  <a:srgbClr val="292929"/>
                </a:solidFill>
                <a:effectLst/>
                <a:latin typeface="charter"/>
              </a:rPr>
              <a:t>.</a:t>
            </a:r>
          </a:p>
          <a:p>
            <a:pPr algn="l">
              <a:buFont typeface="+mj-lt"/>
              <a:buAutoNum type="arabicPeriod"/>
            </a:pPr>
            <a:r>
              <a:rPr lang="en-US" b="0" i="0" dirty="0">
                <a:solidFill>
                  <a:srgbClr val="292929"/>
                </a:solidFill>
                <a:effectLst/>
                <a:latin typeface="charter"/>
              </a:rPr>
              <a:t>Is labeled according to the nature of the dependency between the </a:t>
            </a:r>
            <a:r>
              <a:rPr lang="en-US" b="1" i="0" dirty="0">
                <a:solidFill>
                  <a:srgbClr val="292929"/>
                </a:solidFill>
                <a:effectLst/>
                <a:latin typeface="charter"/>
              </a:rPr>
              <a:t>head </a:t>
            </a:r>
            <a:r>
              <a:rPr lang="en-US" b="0" i="0" dirty="0">
                <a:solidFill>
                  <a:srgbClr val="292929"/>
                </a:solidFill>
                <a:effectLst/>
                <a:latin typeface="charter"/>
              </a:rPr>
              <a:t>and the </a:t>
            </a:r>
            <a:r>
              <a:rPr lang="en-US" b="1" i="0" dirty="0">
                <a:solidFill>
                  <a:srgbClr val="292929"/>
                </a:solidFill>
                <a:effectLst/>
                <a:latin typeface="charter"/>
              </a:rPr>
              <a:t>dependent</a:t>
            </a:r>
            <a:r>
              <a:rPr lang="en-US" b="0" i="0" dirty="0">
                <a:solidFill>
                  <a:srgbClr val="292929"/>
                </a:solidFill>
                <a:effectLst/>
                <a:latin typeface="charter"/>
              </a:rPr>
              <a:t>. These labels can be found at </a:t>
            </a:r>
            <a:r>
              <a:rPr lang="en-US" b="0" i="0" u="sng" dirty="0">
                <a:solidFill>
                  <a:srgbClr val="292929"/>
                </a:solidFill>
                <a:effectLst/>
                <a:latin typeface="charter"/>
                <a:hlinkClick r:id="rId3"/>
              </a:rPr>
              <a:t>Universal Dependency Relations</a:t>
            </a:r>
            <a:r>
              <a:rPr lang="en-US" b="0" i="0" dirty="0">
                <a:solidFill>
                  <a:srgbClr val="292929"/>
                </a:solidFill>
                <a:effectLst/>
                <a:latin typeface="charter"/>
              </a:rPr>
              <a:t>.</a:t>
            </a:r>
          </a:p>
          <a:p>
            <a:endParaRPr lang="en-IN" dirty="0"/>
          </a:p>
        </p:txBody>
      </p:sp>
      <p:sp>
        <p:nvSpPr>
          <p:cNvPr id="4" name="Slide Number Placeholder 3"/>
          <p:cNvSpPr>
            <a:spLocks noGrp="1"/>
          </p:cNvSpPr>
          <p:nvPr>
            <p:ph type="sldNum" sz="quarter" idx="5"/>
          </p:nvPr>
        </p:nvSpPr>
        <p:spPr/>
        <p:txBody>
          <a:bodyPr/>
          <a:lstStyle/>
          <a:p>
            <a:fld id="{20C43E04-5B60-4AF1-949D-53B90D720EF8}" type="slidenum">
              <a:rPr lang="en-IN" smtClean="0"/>
              <a:t>65</a:t>
            </a:fld>
            <a:endParaRPr lang="en-IN"/>
          </a:p>
        </p:txBody>
      </p:sp>
    </p:spTree>
    <p:extLst>
      <p:ext uri="{BB962C8B-B14F-4D97-AF65-F5344CB8AC3E}">
        <p14:creationId xmlns:p14="http://schemas.microsoft.com/office/powerpoint/2010/main" val="35632390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2523E-7C46-4D20-8D72-AFCC9D4055C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CC68322-E567-4441-9A97-07E93F9304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87DDDF7-D5FA-4792-86B3-D5D820067154}"/>
              </a:ext>
            </a:extLst>
          </p:cNvPr>
          <p:cNvSpPr>
            <a:spLocks noGrp="1"/>
          </p:cNvSpPr>
          <p:nvPr>
            <p:ph type="dt" sz="half" idx="10"/>
          </p:nvPr>
        </p:nvSpPr>
        <p:spPr/>
        <p:txBody>
          <a:bodyPr/>
          <a:lstStyle/>
          <a:p>
            <a:fld id="{40EA5E88-296B-4437-B139-01E8B2C3547A}" type="datetimeFigureOut">
              <a:rPr lang="en-IN" smtClean="0"/>
              <a:t>01-05-2022</a:t>
            </a:fld>
            <a:endParaRPr lang="en-IN"/>
          </a:p>
        </p:txBody>
      </p:sp>
      <p:sp>
        <p:nvSpPr>
          <p:cNvPr id="5" name="Footer Placeholder 4">
            <a:extLst>
              <a:ext uri="{FF2B5EF4-FFF2-40B4-BE49-F238E27FC236}">
                <a16:creationId xmlns:a16="http://schemas.microsoft.com/office/drawing/2014/main" id="{017460E3-2912-43B4-877E-15F633BD41B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FEE6A31-BB0A-426D-96D0-B400CA218308}"/>
              </a:ext>
            </a:extLst>
          </p:cNvPr>
          <p:cNvSpPr>
            <a:spLocks noGrp="1"/>
          </p:cNvSpPr>
          <p:nvPr>
            <p:ph type="sldNum" sz="quarter" idx="12"/>
          </p:nvPr>
        </p:nvSpPr>
        <p:spPr/>
        <p:txBody>
          <a:bodyPr/>
          <a:lstStyle/>
          <a:p>
            <a:fld id="{BBD5AF2C-C83B-49F5-8220-7BD06DDCEA28}" type="slidenum">
              <a:rPr lang="en-IN" smtClean="0"/>
              <a:t>‹#›</a:t>
            </a:fld>
            <a:endParaRPr lang="en-IN"/>
          </a:p>
        </p:txBody>
      </p:sp>
    </p:spTree>
    <p:extLst>
      <p:ext uri="{BB962C8B-B14F-4D97-AF65-F5344CB8AC3E}">
        <p14:creationId xmlns:p14="http://schemas.microsoft.com/office/powerpoint/2010/main" val="37752912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A9EC3-CD30-4A82-93B7-F5E1B300788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9949210-EB9D-47A1-B10A-2328E092569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4FE842B-E371-4FD3-8CAE-42897253D189}"/>
              </a:ext>
            </a:extLst>
          </p:cNvPr>
          <p:cNvSpPr>
            <a:spLocks noGrp="1"/>
          </p:cNvSpPr>
          <p:nvPr>
            <p:ph type="dt" sz="half" idx="10"/>
          </p:nvPr>
        </p:nvSpPr>
        <p:spPr/>
        <p:txBody>
          <a:bodyPr/>
          <a:lstStyle/>
          <a:p>
            <a:fld id="{40EA5E88-296B-4437-B139-01E8B2C3547A}" type="datetimeFigureOut">
              <a:rPr lang="en-IN" smtClean="0"/>
              <a:t>01-05-2022</a:t>
            </a:fld>
            <a:endParaRPr lang="en-IN"/>
          </a:p>
        </p:txBody>
      </p:sp>
      <p:sp>
        <p:nvSpPr>
          <p:cNvPr id="5" name="Footer Placeholder 4">
            <a:extLst>
              <a:ext uri="{FF2B5EF4-FFF2-40B4-BE49-F238E27FC236}">
                <a16:creationId xmlns:a16="http://schemas.microsoft.com/office/drawing/2014/main" id="{A7D97036-9633-4D85-ACA8-2B981E65891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478E23E-736A-4AA2-8C39-559974C3CD19}"/>
              </a:ext>
            </a:extLst>
          </p:cNvPr>
          <p:cNvSpPr>
            <a:spLocks noGrp="1"/>
          </p:cNvSpPr>
          <p:nvPr>
            <p:ph type="sldNum" sz="quarter" idx="12"/>
          </p:nvPr>
        </p:nvSpPr>
        <p:spPr/>
        <p:txBody>
          <a:bodyPr/>
          <a:lstStyle/>
          <a:p>
            <a:fld id="{BBD5AF2C-C83B-49F5-8220-7BD06DDCEA28}" type="slidenum">
              <a:rPr lang="en-IN" smtClean="0"/>
              <a:t>‹#›</a:t>
            </a:fld>
            <a:endParaRPr lang="en-IN"/>
          </a:p>
        </p:txBody>
      </p:sp>
    </p:spTree>
    <p:extLst>
      <p:ext uri="{BB962C8B-B14F-4D97-AF65-F5344CB8AC3E}">
        <p14:creationId xmlns:p14="http://schemas.microsoft.com/office/powerpoint/2010/main" val="27591566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8979A-133D-43F4-9447-91D4B17890D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5D25DAE-48A3-4EFF-A2FD-45FD81F02DA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5BDAF7D-9F3B-4A75-8A2C-5C5AECCCCC70}"/>
              </a:ext>
            </a:extLst>
          </p:cNvPr>
          <p:cNvSpPr>
            <a:spLocks noGrp="1"/>
          </p:cNvSpPr>
          <p:nvPr>
            <p:ph type="dt" sz="half" idx="10"/>
          </p:nvPr>
        </p:nvSpPr>
        <p:spPr/>
        <p:txBody>
          <a:bodyPr/>
          <a:lstStyle/>
          <a:p>
            <a:fld id="{40EA5E88-296B-4437-B139-01E8B2C3547A}" type="datetimeFigureOut">
              <a:rPr lang="en-IN" smtClean="0"/>
              <a:t>01-05-2022</a:t>
            </a:fld>
            <a:endParaRPr lang="en-IN"/>
          </a:p>
        </p:txBody>
      </p:sp>
      <p:sp>
        <p:nvSpPr>
          <p:cNvPr id="5" name="Footer Placeholder 4">
            <a:extLst>
              <a:ext uri="{FF2B5EF4-FFF2-40B4-BE49-F238E27FC236}">
                <a16:creationId xmlns:a16="http://schemas.microsoft.com/office/drawing/2014/main" id="{23FAA524-020D-4A2E-A5C1-271B8CC6435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7FC6606-13B1-4BD7-A28A-5F55C9DB925D}"/>
              </a:ext>
            </a:extLst>
          </p:cNvPr>
          <p:cNvSpPr>
            <a:spLocks noGrp="1"/>
          </p:cNvSpPr>
          <p:nvPr>
            <p:ph type="sldNum" sz="quarter" idx="12"/>
          </p:nvPr>
        </p:nvSpPr>
        <p:spPr/>
        <p:txBody>
          <a:bodyPr/>
          <a:lstStyle/>
          <a:p>
            <a:fld id="{BBD5AF2C-C83B-49F5-8220-7BD06DDCEA28}" type="slidenum">
              <a:rPr lang="en-IN" smtClean="0"/>
              <a:t>‹#›</a:t>
            </a:fld>
            <a:endParaRPr lang="en-IN"/>
          </a:p>
        </p:txBody>
      </p:sp>
    </p:spTree>
    <p:extLst>
      <p:ext uri="{BB962C8B-B14F-4D97-AF65-F5344CB8AC3E}">
        <p14:creationId xmlns:p14="http://schemas.microsoft.com/office/powerpoint/2010/main" val="28312391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5BE2B-EB86-4DCD-9563-6093E9ECE45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5AF01D9-7274-48EC-AD71-A534EDE8E9F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95BB5EE-886C-47D0-9CD2-83D4C3600AF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3E340A2-C270-4C19-BD27-06CF69F3BF1A}"/>
              </a:ext>
            </a:extLst>
          </p:cNvPr>
          <p:cNvSpPr>
            <a:spLocks noGrp="1"/>
          </p:cNvSpPr>
          <p:nvPr>
            <p:ph type="dt" sz="half" idx="10"/>
          </p:nvPr>
        </p:nvSpPr>
        <p:spPr/>
        <p:txBody>
          <a:bodyPr/>
          <a:lstStyle/>
          <a:p>
            <a:fld id="{40EA5E88-296B-4437-B139-01E8B2C3547A}" type="datetimeFigureOut">
              <a:rPr lang="en-IN" smtClean="0"/>
              <a:t>01-05-2022</a:t>
            </a:fld>
            <a:endParaRPr lang="en-IN"/>
          </a:p>
        </p:txBody>
      </p:sp>
      <p:sp>
        <p:nvSpPr>
          <p:cNvPr id="6" name="Footer Placeholder 5">
            <a:extLst>
              <a:ext uri="{FF2B5EF4-FFF2-40B4-BE49-F238E27FC236}">
                <a16:creationId xmlns:a16="http://schemas.microsoft.com/office/drawing/2014/main" id="{38CBA8D4-DE15-4D02-9B2A-137D740E6FA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8A8B3B2-E170-44C5-A9EB-4FE6AFB9D1EA}"/>
              </a:ext>
            </a:extLst>
          </p:cNvPr>
          <p:cNvSpPr>
            <a:spLocks noGrp="1"/>
          </p:cNvSpPr>
          <p:nvPr>
            <p:ph type="sldNum" sz="quarter" idx="12"/>
          </p:nvPr>
        </p:nvSpPr>
        <p:spPr/>
        <p:txBody>
          <a:bodyPr/>
          <a:lstStyle/>
          <a:p>
            <a:fld id="{BBD5AF2C-C83B-49F5-8220-7BD06DDCEA28}" type="slidenum">
              <a:rPr lang="en-IN" smtClean="0"/>
              <a:t>‹#›</a:t>
            </a:fld>
            <a:endParaRPr lang="en-IN"/>
          </a:p>
        </p:txBody>
      </p:sp>
    </p:spTree>
    <p:extLst>
      <p:ext uri="{BB962C8B-B14F-4D97-AF65-F5344CB8AC3E}">
        <p14:creationId xmlns:p14="http://schemas.microsoft.com/office/powerpoint/2010/main" val="42774744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DDC74-4885-4526-A99E-DE2FE3F4750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3EE9EE3-7BDB-4B8D-BDF8-9CB679C5F79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5EDE11-1EA1-483E-A82A-1F9330D6C4F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C7E5A56-F765-4224-B9DA-9811B4C8C8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5685F67-9E44-4F24-B12C-46D5261E09A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036316E-4CCA-4E37-9F51-4E86471AD32D}"/>
              </a:ext>
            </a:extLst>
          </p:cNvPr>
          <p:cNvSpPr>
            <a:spLocks noGrp="1"/>
          </p:cNvSpPr>
          <p:nvPr>
            <p:ph type="dt" sz="half" idx="10"/>
          </p:nvPr>
        </p:nvSpPr>
        <p:spPr/>
        <p:txBody>
          <a:bodyPr/>
          <a:lstStyle/>
          <a:p>
            <a:fld id="{40EA5E88-296B-4437-B139-01E8B2C3547A}" type="datetimeFigureOut">
              <a:rPr lang="en-IN" smtClean="0"/>
              <a:t>01-05-2022</a:t>
            </a:fld>
            <a:endParaRPr lang="en-IN"/>
          </a:p>
        </p:txBody>
      </p:sp>
      <p:sp>
        <p:nvSpPr>
          <p:cNvPr id="8" name="Footer Placeholder 7">
            <a:extLst>
              <a:ext uri="{FF2B5EF4-FFF2-40B4-BE49-F238E27FC236}">
                <a16:creationId xmlns:a16="http://schemas.microsoft.com/office/drawing/2014/main" id="{C1CCF724-0F51-4DF0-8377-D2CB05C11CB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C6A4288-97A6-4EF4-8033-7FE80C7C011B}"/>
              </a:ext>
            </a:extLst>
          </p:cNvPr>
          <p:cNvSpPr>
            <a:spLocks noGrp="1"/>
          </p:cNvSpPr>
          <p:nvPr>
            <p:ph type="sldNum" sz="quarter" idx="12"/>
          </p:nvPr>
        </p:nvSpPr>
        <p:spPr/>
        <p:txBody>
          <a:bodyPr/>
          <a:lstStyle/>
          <a:p>
            <a:fld id="{BBD5AF2C-C83B-49F5-8220-7BD06DDCEA28}" type="slidenum">
              <a:rPr lang="en-IN" smtClean="0"/>
              <a:t>‹#›</a:t>
            </a:fld>
            <a:endParaRPr lang="en-IN"/>
          </a:p>
        </p:txBody>
      </p:sp>
    </p:spTree>
    <p:extLst>
      <p:ext uri="{BB962C8B-B14F-4D97-AF65-F5344CB8AC3E}">
        <p14:creationId xmlns:p14="http://schemas.microsoft.com/office/powerpoint/2010/main" val="40723918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E0C55-33F8-49D9-BF9E-FBEDE8A022C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589A652-2E27-4D7C-ABBD-3BA69AC0E533}"/>
              </a:ext>
            </a:extLst>
          </p:cNvPr>
          <p:cNvSpPr>
            <a:spLocks noGrp="1"/>
          </p:cNvSpPr>
          <p:nvPr>
            <p:ph type="dt" sz="half" idx="10"/>
          </p:nvPr>
        </p:nvSpPr>
        <p:spPr/>
        <p:txBody>
          <a:bodyPr/>
          <a:lstStyle/>
          <a:p>
            <a:fld id="{40EA5E88-296B-4437-B139-01E8B2C3547A}" type="datetimeFigureOut">
              <a:rPr lang="en-IN" smtClean="0"/>
              <a:t>01-05-2022</a:t>
            </a:fld>
            <a:endParaRPr lang="en-IN"/>
          </a:p>
        </p:txBody>
      </p:sp>
      <p:sp>
        <p:nvSpPr>
          <p:cNvPr id="4" name="Footer Placeholder 3">
            <a:extLst>
              <a:ext uri="{FF2B5EF4-FFF2-40B4-BE49-F238E27FC236}">
                <a16:creationId xmlns:a16="http://schemas.microsoft.com/office/drawing/2014/main" id="{9884C53B-A028-4A7C-AA27-649F4B025B8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7D4EDEE-D17A-4030-BF15-CF852BE274A9}"/>
              </a:ext>
            </a:extLst>
          </p:cNvPr>
          <p:cNvSpPr>
            <a:spLocks noGrp="1"/>
          </p:cNvSpPr>
          <p:nvPr>
            <p:ph type="sldNum" sz="quarter" idx="12"/>
          </p:nvPr>
        </p:nvSpPr>
        <p:spPr/>
        <p:txBody>
          <a:bodyPr/>
          <a:lstStyle/>
          <a:p>
            <a:fld id="{BBD5AF2C-C83B-49F5-8220-7BD06DDCEA28}" type="slidenum">
              <a:rPr lang="en-IN" smtClean="0"/>
              <a:t>‹#›</a:t>
            </a:fld>
            <a:endParaRPr lang="en-IN"/>
          </a:p>
        </p:txBody>
      </p:sp>
    </p:spTree>
    <p:extLst>
      <p:ext uri="{BB962C8B-B14F-4D97-AF65-F5344CB8AC3E}">
        <p14:creationId xmlns:p14="http://schemas.microsoft.com/office/powerpoint/2010/main" val="38187533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E96B68B-A8AD-439A-AD77-EC2EDABEA8F1}"/>
              </a:ext>
            </a:extLst>
          </p:cNvPr>
          <p:cNvSpPr>
            <a:spLocks noGrp="1"/>
          </p:cNvSpPr>
          <p:nvPr>
            <p:ph type="dt" sz="half" idx="10"/>
          </p:nvPr>
        </p:nvSpPr>
        <p:spPr/>
        <p:txBody>
          <a:bodyPr/>
          <a:lstStyle/>
          <a:p>
            <a:fld id="{40EA5E88-296B-4437-B139-01E8B2C3547A}" type="datetimeFigureOut">
              <a:rPr lang="en-IN" smtClean="0"/>
              <a:t>01-05-2022</a:t>
            </a:fld>
            <a:endParaRPr lang="en-IN"/>
          </a:p>
        </p:txBody>
      </p:sp>
      <p:sp>
        <p:nvSpPr>
          <p:cNvPr id="3" name="Footer Placeholder 2">
            <a:extLst>
              <a:ext uri="{FF2B5EF4-FFF2-40B4-BE49-F238E27FC236}">
                <a16:creationId xmlns:a16="http://schemas.microsoft.com/office/drawing/2014/main" id="{69F75616-FE64-4B25-A235-92B2C847513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30A7729-82F8-4EF6-86AA-FA72ED4E1592}"/>
              </a:ext>
            </a:extLst>
          </p:cNvPr>
          <p:cNvSpPr>
            <a:spLocks noGrp="1"/>
          </p:cNvSpPr>
          <p:nvPr>
            <p:ph type="sldNum" sz="quarter" idx="12"/>
          </p:nvPr>
        </p:nvSpPr>
        <p:spPr/>
        <p:txBody>
          <a:bodyPr/>
          <a:lstStyle/>
          <a:p>
            <a:fld id="{BBD5AF2C-C83B-49F5-8220-7BD06DDCEA28}" type="slidenum">
              <a:rPr lang="en-IN" smtClean="0"/>
              <a:t>‹#›</a:t>
            </a:fld>
            <a:endParaRPr lang="en-IN"/>
          </a:p>
        </p:txBody>
      </p:sp>
    </p:spTree>
    <p:extLst>
      <p:ext uri="{BB962C8B-B14F-4D97-AF65-F5344CB8AC3E}">
        <p14:creationId xmlns:p14="http://schemas.microsoft.com/office/powerpoint/2010/main" val="36477468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8A26D-F828-4A7B-8239-BF7221F2868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31B625A-E0A4-4259-A7A2-38B5DC504FA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E25F046-D8FB-4540-9914-F36ACD3DC3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A0C158-C519-4D45-9B60-E377A2780CB1}"/>
              </a:ext>
            </a:extLst>
          </p:cNvPr>
          <p:cNvSpPr>
            <a:spLocks noGrp="1"/>
          </p:cNvSpPr>
          <p:nvPr>
            <p:ph type="dt" sz="half" idx="10"/>
          </p:nvPr>
        </p:nvSpPr>
        <p:spPr/>
        <p:txBody>
          <a:bodyPr/>
          <a:lstStyle/>
          <a:p>
            <a:fld id="{40EA5E88-296B-4437-B139-01E8B2C3547A}" type="datetimeFigureOut">
              <a:rPr lang="en-IN" smtClean="0"/>
              <a:t>01-05-2022</a:t>
            </a:fld>
            <a:endParaRPr lang="en-IN"/>
          </a:p>
        </p:txBody>
      </p:sp>
      <p:sp>
        <p:nvSpPr>
          <p:cNvPr id="6" name="Footer Placeholder 5">
            <a:extLst>
              <a:ext uri="{FF2B5EF4-FFF2-40B4-BE49-F238E27FC236}">
                <a16:creationId xmlns:a16="http://schemas.microsoft.com/office/drawing/2014/main" id="{42D257E5-C5C3-4330-AB09-B85AE2377D4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925609A-345C-447E-BC72-C2229C2D3627}"/>
              </a:ext>
            </a:extLst>
          </p:cNvPr>
          <p:cNvSpPr>
            <a:spLocks noGrp="1"/>
          </p:cNvSpPr>
          <p:nvPr>
            <p:ph type="sldNum" sz="quarter" idx="12"/>
          </p:nvPr>
        </p:nvSpPr>
        <p:spPr/>
        <p:txBody>
          <a:bodyPr/>
          <a:lstStyle/>
          <a:p>
            <a:fld id="{BBD5AF2C-C83B-49F5-8220-7BD06DDCEA28}" type="slidenum">
              <a:rPr lang="en-IN" smtClean="0"/>
              <a:t>‹#›</a:t>
            </a:fld>
            <a:endParaRPr lang="en-IN"/>
          </a:p>
        </p:txBody>
      </p:sp>
    </p:spTree>
    <p:extLst>
      <p:ext uri="{BB962C8B-B14F-4D97-AF65-F5344CB8AC3E}">
        <p14:creationId xmlns:p14="http://schemas.microsoft.com/office/powerpoint/2010/main" val="10267160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0B55E-B41A-4AFC-8213-5D112FFEEF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27C184C-7E70-4B4E-83F9-F3C79F46B0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B446BFC-4E4A-4DBA-BD73-25604C7C82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7615C5-1BE5-4FEF-A778-87F15D30574B}"/>
              </a:ext>
            </a:extLst>
          </p:cNvPr>
          <p:cNvSpPr>
            <a:spLocks noGrp="1"/>
          </p:cNvSpPr>
          <p:nvPr>
            <p:ph type="dt" sz="half" idx="10"/>
          </p:nvPr>
        </p:nvSpPr>
        <p:spPr/>
        <p:txBody>
          <a:bodyPr/>
          <a:lstStyle/>
          <a:p>
            <a:fld id="{40EA5E88-296B-4437-B139-01E8B2C3547A}" type="datetimeFigureOut">
              <a:rPr lang="en-IN" smtClean="0"/>
              <a:t>01-05-2022</a:t>
            </a:fld>
            <a:endParaRPr lang="en-IN"/>
          </a:p>
        </p:txBody>
      </p:sp>
      <p:sp>
        <p:nvSpPr>
          <p:cNvPr id="6" name="Footer Placeholder 5">
            <a:extLst>
              <a:ext uri="{FF2B5EF4-FFF2-40B4-BE49-F238E27FC236}">
                <a16:creationId xmlns:a16="http://schemas.microsoft.com/office/drawing/2014/main" id="{5F0A6867-3BD4-405F-977A-259ECF41C82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0A7CCA0-AFDB-4971-8D18-32E685D1E206}"/>
              </a:ext>
            </a:extLst>
          </p:cNvPr>
          <p:cNvSpPr>
            <a:spLocks noGrp="1"/>
          </p:cNvSpPr>
          <p:nvPr>
            <p:ph type="sldNum" sz="quarter" idx="12"/>
          </p:nvPr>
        </p:nvSpPr>
        <p:spPr/>
        <p:txBody>
          <a:bodyPr/>
          <a:lstStyle/>
          <a:p>
            <a:fld id="{BBD5AF2C-C83B-49F5-8220-7BD06DDCEA28}" type="slidenum">
              <a:rPr lang="en-IN" smtClean="0"/>
              <a:t>‹#›</a:t>
            </a:fld>
            <a:endParaRPr lang="en-IN"/>
          </a:p>
        </p:txBody>
      </p:sp>
    </p:spTree>
    <p:extLst>
      <p:ext uri="{BB962C8B-B14F-4D97-AF65-F5344CB8AC3E}">
        <p14:creationId xmlns:p14="http://schemas.microsoft.com/office/powerpoint/2010/main" val="39297631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4BB65-4927-40BE-8650-B2AB8628669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E79428D-D176-4231-B696-AF175B1D122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892758E-5152-4DAD-A1B4-CCE77A2617D5}"/>
              </a:ext>
            </a:extLst>
          </p:cNvPr>
          <p:cNvSpPr>
            <a:spLocks noGrp="1"/>
          </p:cNvSpPr>
          <p:nvPr>
            <p:ph type="dt" sz="half" idx="10"/>
          </p:nvPr>
        </p:nvSpPr>
        <p:spPr/>
        <p:txBody>
          <a:bodyPr/>
          <a:lstStyle/>
          <a:p>
            <a:fld id="{40EA5E88-296B-4437-B139-01E8B2C3547A}" type="datetimeFigureOut">
              <a:rPr lang="en-IN" smtClean="0"/>
              <a:t>01-05-2022</a:t>
            </a:fld>
            <a:endParaRPr lang="en-IN"/>
          </a:p>
        </p:txBody>
      </p:sp>
      <p:sp>
        <p:nvSpPr>
          <p:cNvPr id="5" name="Footer Placeholder 4">
            <a:extLst>
              <a:ext uri="{FF2B5EF4-FFF2-40B4-BE49-F238E27FC236}">
                <a16:creationId xmlns:a16="http://schemas.microsoft.com/office/drawing/2014/main" id="{7D0C1D61-FA62-4EF4-9E71-4005749F864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6AC4389-34B1-48AD-9107-EB8E942B8E7A}"/>
              </a:ext>
            </a:extLst>
          </p:cNvPr>
          <p:cNvSpPr>
            <a:spLocks noGrp="1"/>
          </p:cNvSpPr>
          <p:nvPr>
            <p:ph type="sldNum" sz="quarter" idx="12"/>
          </p:nvPr>
        </p:nvSpPr>
        <p:spPr/>
        <p:txBody>
          <a:bodyPr/>
          <a:lstStyle/>
          <a:p>
            <a:fld id="{BBD5AF2C-C83B-49F5-8220-7BD06DDCEA28}" type="slidenum">
              <a:rPr lang="en-IN" smtClean="0"/>
              <a:t>‹#›</a:t>
            </a:fld>
            <a:endParaRPr lang="en-IN"/>
          </a:p>
        </p:txBody>
      </p:sp>
    </p:spTree>
    <p:extLst>
      <p:ext uri="{BB962C8B-B14F-4D97-AF65-F5344CB8AC3E}">
        <p14:creationId xmlns:p14="http://schemas.microsoft.com/office/powerpoint/2010/main" val="20473459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722C34D-7AB5-4CF7-9871-C29D8523FA4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4625F49-7727-4EF4-8C01-8D41E22665B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754767A-8AAB-4B3C-9318-8E86778D2F70}"/>
              </a:ext>
            </a:extLst>
          </p:cNvPr>
          <p:cNvSpPr>
            <a:spLocks noGrp="1"/>
          </p:cNvSpPr>
          <p:nvPr>
            <p:ph type="dt" sz="half" idx="10"/>
          </p:nvPr>
        </p:nvSpPr>
        <p:spPr/>
        <p:txBody>
          <a:bodyPr/>
          <a:lstStyle/>
          <a:p>
            <a:fld id="{40EA5E88-296B-4437-B139-01E8B2C3547A}" type="datetimeFigureOut">
              <a:rPr lang="en-IN" smtClean="0"/>
              <a:t>01-05-2022</a:t>
            </a:fld>
            <a:endParaRPr lang="en-IN"/>
          </a:p>
        </p:txBody>
      </p:sp>
      <p:sp>
        <p:nvSpPr>
          <p:cNvPr id="5" name="Footer Placeholder 4">
            <a:extLst>
              <a:ext uri="{FF2B5EF4-FFF2-40B4-BE49-F238E27FC236}">
                <a16:creationId xmlns:a16="http://schemas.microsoft.com/office/drawing/2014/main" id="{41E645FB-C4CC-4EB7-83C2-2FD12AB1611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98CEF62-B1A9-4626-A699-A860078A7A84}"/>
              </a:ext>
            </a:extLst>
          </p:cNvPr>
          <p:cNvSpPr>
            <a:spLocks noGrp="1"/>
          </p:cNvSpPr>
          <p:nvPr>
            <p:ph type="sldNum" sz="quarter" idx="12"/>
          </p:nvPr>
        </p:nvSpPr>
        <p:spPr/>
        <p:txBody>
          <a:bodyPr/>
          <a:lstStyle/>
          <a:p>
            <a:fld id="{BBD5AF2C-C83B-49F5-8220-7BD06DDCEA28}" type="slidenum">
              <a:rPr lang="en-IN" smtClean="0"/>
              <a:t>‹#›</a:t>
            </a:fld>
            <a:endParaRPr lang="en-IN"/>
          </a:p>
        </p:txBody>
      </p:sp>
    </p:spTree>
    <p:extLst>
      <p:ext uri="{BB962C8B-B14F-4D97-AF65-F5344CB8AC3E}">
        <p14:creationId xmlns:p14="http://schemas.microsoft.com/office/powerpoint/2010/main" val="23539692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5134705-E47E-42A6-BE4E-A3B5E972EFB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0AE6610-62F3-4863-8917-59F0AE837FD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0D7306C-E7AC-4928-8DE8-13F0F072DE8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0EA5E88-296B-4437-B139-01E8B2C3547A}" type="datetimeFigureOut">
              <a:rPr lang="en-IN" smtClean="0"/>
              <a:t>01-05-2022</a:t>
            </a:fld>
            <a:endParaRPr lang="en-IN"/>
          </a:p>
        </p:txBody>
      </p:sp>
      <p:sp>
        <p:nvSpPr>
          <p:cNvPr id="5" name="Footer Placeholder 4">
            <a:extLst>
              <a:ext uri="{FF2B5EF4-FFF2-40B4-BE49-F238E27FC236}">
                <a16:creationId xmlns:a16="http://schemas.microsoft.com/office/drawing/2014/main" id="{5E60B59D-157C-426D-9797-8B3D2993874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C1BE01B-E342-476A-A6BD-A694E441E1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BD5AF2C-C83B-49F5-8220-7BD06DDCEA28}" type="slidenum">
              <a:rPr lang="en-IN" smtClean="0"/>
              <a:t>‹#›</a:t>
            </a:fld>
            <a:endParaRPr lang="en-IN"/>
          </a:p>
        </p:txBody>
      </p:sp>
    </p:spTree>
    <p:extLst>
      <p:ext uri="{BB962C8B-B14F-4D97-AF65-F5344CB8AC3E}">
        <p14:creationId xmlns:p14="http://schemas.microsoft.com/office/powerpoint/2010/main" val="37577957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diagramLayout" Target="../diagrams/layout4.xml"/><Relationship Id="rId3" Type="http://schemas.openxmlformats.org/officeDocument/2006/relationships/diagramLayout" Target="../diagrams/layout3.xml"/><Relationship Id="rId7" Type="http://schemas.openxmlformats.org/officeDocument/2006/relationships/diagramData" Target="../diagrams/data4.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11" Type="http://schemas.microsoft.com/office/2007/relationships/diagramDrawing" Target="../diagrams/drawing4.xml"/><Relationship Id="rId5" Type="http://schemas.openxmlformats.org/officeDocument/2006/relationships/diagramColors" Target="../diagrams/colors3.xml"/><Relationship Id="rId10" Type="http://schemas.openxmlformats.org/officeDocument/2006/relationships/diagramColors" Target="../diagrams/colors4.xml"/><Relationship Id="rId4" Type="http://schemas.openxmlformats.org/officeDocument/2006/relationships/diagramQuickStyle" Target="../diagrams/quickStyle3.xml"/><Relationship Id="rId9" Type="http://schemas.openxmlformats.org/officeDocument/2006/relationships/diagramQuickStyle" Target="../diagrams/quickStyle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5.xml"/><Relationship Id="rId7" Type="http://schemas.openxmlformats.org/officeDocument/2006/relationships/image" Target="../media/image5.png"/><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2.xml.rels><?xml version="1.0" encoding="UTF-8" standalone="yes"?>
<Relationships xmlns="http://schemas.openxmlformats.org/package/2006/relationships"><Relationship Id="rId8" Type="http://schemas.openxmlformats.org/officeDocument/2006/relationships/diagramLayout" Target="../diagrams/layout7.xml"/><Relationship Id="rId3" Type="http://schemas.openxmlformats.org/officeDocument/2006/relationships/diagramLayout" Target="../diagrams/layout6.xml"/><Relationship Id="rId7" Type="http://schemas.openxmlformats.org/officeDocument/2006/relationships/diagramData" Target="../diagrams/data7.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11" Type="http://schemas.microsoft.com/office/2007/relationships/diagramDrawing" Target="../diagrams/drawing7.xml"/><Relationship Id="rId5" Type="http://schemas.openxmlformats.org/officeDocument/2006/relationships/diagramColors" Target="../diagrams/colors6.xml"/><Relationship Id="rId10" Type="http://schemas.openxmlformats.org/officeDocument/2006/relationships/diagramColors" Target="../diagrams/colors7.xml"/><Relationship Id="rId4" Type="http://schemas.openxmlformats.org/officeDocument/2006/relationships/diagramQuickStyle" Target="../diagrams/quickStyle6.xml"/><Relationship Id="rId9" Type="http://schemas.openxmlformats.org/officeDocument/2006/relationships/diagramQuickStyle" Target="../diagrams/quickStyle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www.youtube.com/watch?v=RIfmj7BSVxE&amp;t=162s" TargetMode="External"/><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hyperlink" Target="https://www.techtarget.com/searchapparchitecture/definition/software" TargetMode="External"/><Relationship Id="rId2" Type="http://schemas.openxmlformats.org/officeDocument/2006/relationships/hyperlink" Target="https://searchsoftwarequality.techtarget.com/definition/program" TargetMode="Externa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0F2D6-63C1-4F6F-9D6C-D0FB367ACB7B}"/>
              </a:ext>
            </a:extLst>
          </p:cNvPr>
          <p:cNvSpPr>
            <a:spLocks noGrp="1"/>
          </p:cNvSpPr>
          <p:nvPr>
            <p:ph type="ctrTitle"/>
          </p:nvPr>
        </p:nvSpPr>
        <p:spPr/>
        <p:txBody>
          <a:bodyPr>
            <a:normAutofit/>
          </a:bodyPr>
          <a:lstStyle/>
          <a:p>
            <a:r>
              <a:rPr lang="en-IN" sz="3600" b="1" i="0" u="none" strike="noStrike" baseline="0" dirty="0">
                <a:solidFill>
                  <a:srgbClr val="000000"/>
                </a:solidFill>
                <a:latin typeface="Times New Roman" panose="02020603050405020304" pitchFamily="18" charset="0"/>
              </a:rPr>
              <a:t>Morphology fundamentals</a:t>
            </a:r>
            <a:br>
              <a:rPr lang="en-IN" sz="3600" b="1" i="0" u="none" strike="noStrike" baseline="0" dirty="0">
                <a:solidFill>
                  <a:srgbClr val="000000"/>
                </a:solidFill>
                <a:latin typeface="Times New Roman" panose="02020603050405020304" pitchFamily="18" charset="0"/>
              </a:rPr>
            </a:br>
            <a:endParaRPr lang="en-IN" sz="9600" b="1" dirty="0"/>
          </a:p>
        </p:txBody>
      </p:sp>
      <p:sp>
        <p:nvSpPr>
          <p:cNvPr id="3" name="Subtitle 2">
            <a:extLst>
              <a:ext uri="{FF2B5EF4-FFF2-40B4-BE49-F238E27FC236}">
                <a16:creationId xmlns:a16="http://schemas.microsoft.com/office/drawing/2014/main" id="{2C326319-5656-4243-9183-753547D2913E}"/>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3435843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47C23E-F690-48E0-90C8-18396AA159A2}"/>
              </a:ext>
            </a:extLst>
          </p:cNvPr>
          <p:cNvSpPr>
            <a:spLocks noGrp="1"/>
          </p:cNvSpPr>
          <p:nvPr>
            <p:ph idx="1"/>
          </p:nvPr>
        </p:nvSpPr>
        <p:spPr>
          <a:ln>
            <a:miter lim="800000"/>
            <a:headEnd/>
            <a:tailEnd/>
          </a:ln>
        </p:spPr>
        <p:txBody>
          <a:bodyPr rtlCol="0">
            <a:normAutofit/>
          </a:bodyPr>
          <a:lstStyle/>
          <a:p>
            <a:pPr marL="274320" indent="-274320">
              <a:spcBef>
                <a:spcPts val="580"/>
              </a:spcBef>
              <a:defRPr/>
            </a:pPr>
            <a:r>
              <a:rPr lang="en-US" dirty="0"/>
              <a:t>Study of Words</a:t>
            </a:r>
          </a:p>
          <a:p>
            <a:pPr marL="674370" lvl="1" indent="-274320">
              <a:spcBef>
                <a:spcPts val="580"/>
              </a:spcBef>
              <a:defRPr/>
            </a:pPr>
            <a:r>
              <a:rPr lang="en-US" dirty="0"/>
              <a:t>Their </a:t>
            </a:r>
            <a:r>
              <a:rPr lang="en-US" b="1" dirty="0"/>
              <a:t>internal structure</a:t>
            </a:r>
          </a:p>
          <a:p>
            <a:pPr marL="674370" lvl="1" indent="-274320">
              <a:spcBef>
                <a:spcPts val="580"/>
              </a:spcBef>
              <a:defRPr/>
            </a:pPr>
            <a:endParaRPr lang="en-US" dirty="0"/>
          </a:p>
          <a:p>
            <a:pPr marL="674370" lvl="1" indent="-274320">
              <a:spcBef>
                <a:spcPts val="580"/>
              </a:spcBef>
              <a:defRPr/>
            </a:pPr>
            <a:endParaRPr lang="en-US" dirty="0"/>
          </a:p>
          <a:p>
            <a:pPr marL="674370" lvl="1" indent="-274320">
              <a:spcBef>
                <a:spcPts val="580"/>
              </a:spcBef>
              <a:defRPr/>
            </a:pPr>
            <a:r>
              <a:rPr lang="en-US" dirty="0"/>
              <a:t>How they are </a:t>
            </a:r>
            <a:r>
              <a:rPr lang="en-US" b="1" dirty="0"/>
              <a:t>formed</a:t>
            </a:r>
            <a:r>
              <a:rPr lang="en-US" dirty="0"/>
              <a:t>?</a:t>
            </a:r>
          </a:p>
          <a:p>
            <a:pPr marL="3817620" lvl="8" indent="-274320">
              <a:spcBef>
                <a:spcPts val="580"/>
              </a:spcBef>
              <a:buFont typeface="Arial" pitchFamily="34" charset="0"/>
              <a:buChar char="–"/>
              <a:defRPr/>
            </a:pPr>
            <a:endParaRPr lang="en-US" dirty="0"/>
          </a:p>
          <a:p>
            <a:pPr marL="674370" lvl="1" indent="-274320">
              <a:spcBef>
                <a:spcPts val="580"/>
              </a:spcBef>
              <a:buNone/>
              <a:defRPr/>
            </a:pPr>
            <a:endParaRPr lang="en-US" dirty="0"/>
          </a:p>
          <a:p>
            <a:pPr marL="274320" indent="-274320">
              <a:spcBef>
                <a:spcPts val="580"/>
              </a:spcBef>
              <a:defRPr/>
            </a:pPr>
            <a:endParaRPr lang="en-US" dirty="0"/>
          </a:p>
          <a:p>
            <a:pPr marL="274320" indent="-274320">
              <a:spcBef>
                <a:spcPts val="580"/>
              </a:spcBef>
              <a:defRPr/>
            </a:pPr>
            <a:r>
              <a:rPr lang="en-US" dirty="0"/>
              <a:t>Morphology tries to formulate rules</a:t>
            </a:r>
          </a:p>
          <a:p>
            <a:pPr>
              <a:defRPr/>
            </a:pPr>
            <a:endParaRPr lang="en-US" dirty="0"/>
          </a:p>
        </p:txBody>
      </p:sp>
      <p:sp>
        <p:nvSpPr>
          <p:cNvPr id="3075" name="Title 1">
            <a:extLst>
              <a:ext uri="{FF2B5EF4-FFF2-40B4-BE49-F238E27FC236}">
                <a16:creationId xmlns:a16="http://schemas.microsoft.com/office/drawing/2014/main" id="{41C36BD3-CBE3-4EB6-A3FC-B1EA49B05FBF}"/>
              </a:ext>
            </a:extLst>
          </p:cNvPr>
          <p:cNvSpPr>
            <a:spLocks noGrp="1"/>
          </p:cNvSpPr>
          <p:nvPr>
            <p:ph type="title"/>
          </p:nvPr>
        </p:nvSpPr>
        <p:spPr/>
        <p:txBody>
          <a:bodyPr/>
          <a:lstStyle/>
          <a:p>
            <a:pPr eaLnBrk="1" hangingPunct="1"/>
            <a:r>
              <a:rPr lang="en-US" altLang="en-US"/>
              <a:t>What is Morphology?</a:t>
            </a:r>
          </a:p>
        </p:txBody>
      </p:sp>
      <p:sp>
        <p:nvSpPr>
          <p:cNvPr id="4" name="Rectangle 3">
            <a:extLst>
              <a:ext uri="{FF2B5EF4-FFF2-40B4-BE49-F238E27FC236}">
                <a16:creationId xmlns:a16="http://schemas.microsoft.com/office/drawing/2014/main" id="{9454F69B-6330-48D9-B991-225D56EAA6F0}"/>
              </a:ext>
            </a:extLst>
          </p:cNvPr>
          <p:cNvSpPr>
            <a:spLocks noChangeAspect="1"/>
          </p:cNvSpPr>
          <p:nvPr/>
        </p:nvSpPr>
        <p:spPr>
          <a:xfrm>
            <a:off x="2743200" y="2743200"/>
            <a:ext cx="1371600" cy="381000"/>
          </a:xfrm>
          <a:prstGeom prst="rect">
            <a:avLst/>
          </a:prstGeom>
          <a:ln/>
        </p:spPr>
        <p:style>
          <a:lnRef idx="2">
            <a:schemeClr val="accent1"/>
          </a:lnRef>
          <a:fillRef idx="1">
            <a:schemeClr val="lt1"/>
          </a:fillRef>
          <a:effectRef idx="0">
            <a:schemeClr val="accent1"/>
          </a:effectRef>
          <a:fontRef idx="minor">
            <a:schemeClr val="dk1"/>
          </a:fontRef>
        </p:style>
        <p:txBody>
          <a:bodyPr anchor="ctr"/>
          <a:lstStyle/>
          <a:p>
            <a:pPr algn="ctr">
              <a:defRPr/>
            </a:pPr>
            <a:r>
              <a:rPr lang="en-US" sz="2400" dirty="0">
                <a:solidFill>
                  <a:schemeClr val="tx1"/>
                </a:solidFill>
              </a:rPr>
              <a:t>washing</a:t>
            </a:r>
            <a:endParaRPr lang="en-US" sz="1600" dirty="0">
              <a:solidFill>
                <a:schemeClr val="tx1"/>
              </a:solidFill>
            </a:endParaRPr>
          </a:p>
        </p:txBody>
      </p:sp>
      <p:sp>
        <p:nvSpPr>
          <p:cNvPr id="5" name="Rectangle 4">
            <a:extLst>
              <a:ext uri="{FF2B5EF4-FFF2-40B4-BE49-F238E27FC236}">
                <a16:creationId xmlns:a16="http://schemas.microsoft.com/office/drawing/2014/main" id="{9F1C853F-71DB-45E6-8B80-0A85130C940D}"/>
              </a:ext>
            </a:extLst>
          </p:cNvPr>
          <p:cNvSpPr>
            <a:spLocks noChangeAspect="1"/>
          </p:cNvSpPr>
          <p:nvPr/>
        </p:nvSpPr>
        <p:spPr>
          <a:xfrm>
            <a:off x="6172200" y="2743200"/>
            <a:ext cx="762000" cy="381000"/>
          </a:xfrm>
          <a:prstGeom prst="rect">
            <a:avLst/>
          </a:prstGeom>
          <a:ln/>
        </p:spPr>
        <p:style>
          <a:lnRef idx="2">
            <a:schemeClr val="accent1"/>
          </a:lnRef>
          <a:fillRef idx="1">
            <a:schemeClr val="lt1"/>
          </a:fillRef>
          <a:effectRef idx="0">
            <a:schemeClr val="accent1"/>
          </a:effectRef>
          <a:fontRef idx="minor">
            <a:schemeClr val="dk1"/>
          </a:fontRef>
        </p:style>
        <p:txBody>
          <a:bodyPr anchor="ctr"/>
          <a:lstStyle/>
          <a:p>
            <a:pPr algn="ctr">
              <a:defRPr/>
            </a:pPr>
            <a:r>
              <a:rPr lang="en-US" sz="2400" dirty="0">
                <a:solidFill>
                  <a:schemeClr val="tx1"/>
                </a:solidFill>
              </a:rPr>
              <a:t>-</a:t>
            </a:r>
            <a:r>
              <a:rPr lang="en-US" sz="2400" dirty="0" err="1">
                <a:solidFill>
                  <a:schemeClr val="tx1"/>
                </a:solidFill>
              </a:rPr>
              <a:t>ing</a:t>
            </a:r>
            <a:endParaRPr lang="en-US" sz="2400" dirty="0">
              <a:solidFill>
                <a:schemeClr val="tx1"/>
              </a:solidFill>
            </a:endParaRPr>
          </a:p>
        </p:txBody>
      </p:sp>
      <p:sp>
        <p:nvSpPr>
          <p:cNvPr id="6" name="Rectangle 5">
            <a:extLst>
              <a:ext uri="{FF2B5EF4-FFF2-40B4-BE49-F238E27FC236}">
                <a16:creationId xmlns:a16="http://schemas.microsoft.com/office/drawing/2014/main" id="{F670EF1A-FEEF-435F-AFA0-767C40AF5394}"/>
              </a:ext>
            </a:extLst>
          </p:cNvPr>
          <p:cNvSpPr>
            <a:spLocks noChangeAspect="1"/>
          </p:cNvSpPr>
          <p:nvPr/>
        </p:nvSpPr>
        <p:spPr>
          <a:xfrm>
            <a:off x="4724400" y="2743200"/>
            <a:ext cx="914400" cy="381000"/>
          </a:xfrm>
          <a:prstGeom prst="rect">
            <a:avLst/>
          </a:prstGeom>
          <a:ln/>
        </p:spPr>
        <p:style>
          <a:lnRef idx="2">
            <a:schemeClr val="accent1"/>
          </a:lnRef>
          <a:fillRef idx="1">
            <a:schemeClr val="lt1"/>
          </a:fillRef>
          <a:effectRef idx="0">
            <a:schemeClr val="accent1"/>
          </a:effectRef>
          <a:fontRef idx="minor">
            <a:schemeClr val="dk1"/>
          </a:fontRef>
        </p:style>
        <p:txBody>
          <a:bodyPr anchor="ctr"/>
          <a:lstStyle/>
          <a:p>
            <a:pPr algn="ctr">
              <a:defRPr/>
            </a:pPr>
            <a:r>
              <a:rPr lang="en-US" sz="2400" dirty="0">
                <a:solidFill>
                  <a:schemeClr val="tx1"/>
                </a:solidFill>
              </a:rPr>
              <a:t>wash</a:t>
            </a:r>
          </a:p>
        </p:txBody>
      </p:sp>
      <p:sp>
        <p:nvSpPr>
          <p:cNvPr id="7" name="Right Arrow 6">
            <a:extLst>
              <a:ext uri="{FF2B5EF4-FFF2-40B4-BE49-F238E27FC236}">
                <a16:creationId xmlns:a16="http://schemas.microsoft.com/office/drawing/2014/main" id="{A003F880-7AD5-4287-8566-90FB7588D98F}"/>
              </a:ext>
            </a:extLst>
          </p:cNvPr>
          <p:cNvSpPr/>
          <p:nvPr/>
        </p:nvSpPr>
        <p:spPr>
          <a:xfrm>
            <a:off x="4267200" y="2895600"/>
            <a:ext cx="3048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 name="Plus 7">
            <a:extLst>
              <a:ext uri="{FF2B5EF4-FFF2-40B4-BE49-F238E27FC236}">
                <a16:creationId xmlns:a16="http://schemas.microsoft.com/office/drawing/2014/main" id="{F07BC49B-97C8-42F8-A283-293F3512692C}"/>
              </a:ext>
            </a:extLst>
          </p:cNvPr>
          <p:cNvSpPr/>
          <p:nvPr/>
        </p:nvSpPr>
        <p:spPr>
          <a:xfrm>
            <a:off x="5715000" y="2819400"/>
            <a:ext cx="304800" cy="3048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9" name="Rectangle 8">
            <a:extLst>
              <a:ext uri="{FF2B5EF4-FFF2-40B4-BE49-F238E27FC236}">
                <a16:creationId xmlns:a16="http://schemas.microsoft.com/office/drawing/2014/main" id="{2ED103F0-7FD1-4860-A001-FDBEA9E11D8D}"/>
              </a:ext>
            </a:extLst>
          </p:cNvPr>
          <p:cNvSpPr>
            <a:spLocks noChangeAspect="1"/>
          </p:cNvSpPr>
          <p:nvPr/>
        </p:nvSpPr>
        <p:spPr>
          <a:xfrm>
            <a:off x="2743200" y="4038600"/>
            <a:ext cx="990600" cy="381000"/>
          </a:xfrm>
          <a:prstGeom prst="rect">
            <a:avLst/>
          </a:prstGeom>
          <a:ln/>
        </p:spPr>
        <p:style>
          <a:lnRef idx="2">
            <a:schemeClr val="accent1"/>
          </a:lnRef>
          <a:fillRef idx="1">
            <a:schemeClr val="lt1"/>
          </a:fillRef>
          <a:effectRef idx="0">
            <a:schemeClr val="accent1"/>
          </a:effectRef>
          <a:fontRef idx="minor">
            <a:schemeClr val="dk1"/>
          </a:fontRef>
        </p:style>
        <p:txBody>
          <a:bodyPr anchor="ctr"/>
          <a:lstStyle/>
          <a:p>
            <a:pPr algn="ctr">
              <a:defRPr/>
            </a:pPr>
            <a:r>
              <a:rPr lang="en-US" sz="2400" dirty="0">
                <a:solidFill>
                  <a:schemeClr val="tx1"/>
                </a:solidFill>
              </a:rPr>
              <a:t>bat</a:t>
            </a:r>
            <a:endParaRPr lang="en-US" sz="1600" dirty="0">
              <a:solidFill>
                <a:schemeClr val="tx1"/>
              </a:solidFill>
            </a:endParaRPr>
          </a:p>
        </p:txBody>
      </p:sp>
      <p:sp>
        <p:nvSpPr>
          <p:cNvPr id="10" name="Rectangle 9">
            <a:extLst>
              <a:ext uri="{FF2B5EF4-FFF2-40B4-BE49-F238E27FC236}">
                <a16:creationId xmlns:a16="http://schemas.microsoft.com/office/drawing/2014/main" id="{0B46055B-9EED-493C-A1FE-5174688938DB}"/>
              </a:ext>
            </a:extLst>
          </p:cNvPr>
          <p:cNvSpPr>
            <a:spLocks noChangeAspect="1"/>
          </p:cNvSpPr>
          <p:nvPr/>
        </p:nvSpPr>
        <p:spPr>
          <a:xfrm>
            <a:off x="4648200" y="4038600"/>
            <a:ext cx="1066800" cy="381000"/>
          </a:xfrm>
          <a:prstGeom prst="rect">
            <a:avLst/>
          </a:prstGeom>
          <a:ln/>
        </p:spPr>
        <p:style>
          <a:lnRef idx="2">
            <a:schemeClr val="accent1"/>
          </a:lnRef>
          <a:fillRef idx="1">
            <a:schemeClr val="lt1"/>
          </a:fillRef>
          <a:effectRef idx="0">
            <a:schemeClr val="accent1"/>
          </a:effectRef>
          <a:fontRef idx="minor">
            <a:schemeClr val="dk1"/>
          </a:fontRef>
        </p:style>
        <p:txBody>
          <a:bodyPr anchor="ctr"/>
          <a:lstStyle/>
          <a:p>
            <a:pPr algn="ctr">
              <a:defRPr/>
            </a:pPr>
            <a:r>
              <a:rPr lang="en-US" sz="2400" dirty="0">
                <a:solidFill>
                  <a:schemeClr val="tx1"/>
                </a:solidFill>
              </a:rPr>
              <a:t>bats</a:t>
            </a:r>
          </a:p>
        </p:txBody>
      </p:sp>
      <p:sp>
        <p:nvSpPr>
          <p:cNvPr id="11" name="Right Arrow 10">
            <a:extLst>
              <a:ext uri="{FF2B5EF4-FFF2-40B4-BE49-F238E27FC236}">
                <a16:creationId xmlns:a16="http://schemas.microsoft.com/office/drawing/2014/main" id="{3E1D3BF4-947B-48D4-A280-2D6D95EC24A2}"/>
              </a:ext>
            </a:extLst>
          </p:cNvPr>
          <p:cNvSpPr/>
          <p:nvPr/>
        </p:nvSpPr>
        <p:spPr>
          <a:xfrm>
            <a:off x="4048125" y="4191000"/>
            <a:ext cx="3048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2" name="Rectangle 11">
            <a:extLst>
              <a:ext uri="{FF2B5EF4-FFF2-40B4-BE49-F238E27FC236}">
                <a16:creationId xmlns:a16="http://schemas.microsoft.com/office/drawing/2014/main" id="{A49E85BA-C45B-4810-A22E-20BFE9F2DB6F}"/>
              </a:ext>
            </a:extLst>
          </p:cNvPr>
          <p:cNvSpPr>
            <a:spLocks noChangeAspect="1"/>
          </p:cNvSpPr>
          <p:nvPr/>
        </p:nvSpPr>
        <p:spPr>
          <a:xfrm>
            <a:off x="2743200" y="4572000"/>
            <a:ext cx="990600" cy="381000"/>
          </a:xfrm>
          <a:prstGeom prst="rect">
            <a:avLst/>
          </a:prstGeom>
          <a:ln/>
        </p:spPr>
        <p:style>
          <a:lnRef idx="2">
            <a:schemeClr val="accent1"/>
          </a:lnRef>
          <a:fillRef idx="1">
            <a:schemeClr val="lt1"/>
          </a:fillRef>
          <a:effectRef idx="0">
            <a:schemeClr val="accent1"/>
          </a:effectRef>
          <a:fontRef idx="minor">
            <a:schemeClr val="dk1"/>
          </a:fontRef>
        </p:style>
        <p:txBody>
          <a:bodyPr anchor="ctr"/>
          <a:lstStyle/>
          <a:p>
            <a:pPr algn="ctr">
              <a:defRPr/>
            </a:pPr>
            <a:r>
              <a:rPr lang="en-US" sz="2400" dirty="0">
                <a:solidFill>
                  <a:schemeClr val="tx1"/>
                </a:solidFill>
              </a:rPr>
              <a:t>write</a:t>
            </a:r>
            <a:endParaRPr lang="en-US" sz="1600" dirty="0">
              <a:solidFill>
                <a:schemeClr val="tx1"/>
              </a:solidFill>
            </a:endParaRPr>
          </a:p>
        </p:txBody>
      </p:sp>
      <p:sp>
        <p:nvSpPr>
          <p:cNvPr id="13" name="Rectangle 12">
            <a:extLst>
              <a:ext uri="{FF2B5EF4-FFF2-40B4-BE49-F238E27FC236}">
                <a16:creationId xmlns:a16="http://schemas.microsoft.com/office/drawing/2014/main" id="{AD7EFD64-E126-428B-983D-204DB62D1608}"/>
              </a:ext>
            </a:extLst>
          </p:cNvPr>
          <p:cNvSpPr>
            <a:spLocks noChangeAspect="1"/>
          </p:cNvSpPr>
          <p:nvPr/>
        </p:nvSpPr>
        <p:spPr>
          <a:xfrm>
            <a:off x="4648200" y="4572000"/>
            <a:ext cx="1066800" cy="381000"/>
          </a:xfrm>
          <a:prstGeom prst="rect">
            <a:avLst/>
          </a:prstGeom>
          <a:ln/>
        </p:spPr>
        <p:style>
          <a:lnRef idx="2">
            <a:schemeClr val="accent1"/>
          </a:lnRef>
          <a:fillRef idx="1">
            <a:schemeClr val="lt1"/>
          </a:fillRef>
          <a:effectRef idx="0">
            <a:schemeClr val="accent1"/>
          </a:effectRef>
          <a:fontRef idx="minor">
            <a:schemeClr val="dk1"/>
          </a:fontRef>
        </p:style>
        <p:txBody>
          <a:bodyPr anchor="ctr"/>
          <a:lstStyle/>
          <a:p>
            <a:pPr algn="ctr">
              <a:defRPr/>
            </a:pPr>
            <a:r>
              <a:rPr lang="en-US" sz="2400" dirty="0">
                <a:solidFill>
                  <a:schemeClr val="tx1"/>
                </a:solidFill>
              </a:rPr>
              <a:t>writer</a:t>
            </a:r>
          </a:p>
        </p:txBody>
      </p:sp>
      <p:sp>
        <p:nvSpPr>
          <p:cNvPr id="14" name="Right Arrow 13">
            <a:extLst>
              <a:ext uri="{FF2B5EF4-FFF2-40B4-BE49-F238E27FC236}">
                <a16:creationId xmlns:a16="http://schemas.microsoft.com/office/drawing/2014/main" id="{F161AE8A-BA5C-41F6-9DB6-D2C66DC7F7A4}"/>
              </a:ext>
            </a:extLst>
          </p:cNvPr>
          <p:cNvSpPr/>
          <p:nvPr/>
        </p:nvSpPr>
        <p:spPr>
          <a:xfrm>
            <a:off x="4048125" y="4724400"/>
            <a:ext cx="3048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5" name="Rectangle 14">
            <a:extLst>
              <a:ext uri="{FF2B5EF4-FFF2-40B4-BE49-F238E27FC236}">
                <a16:creationId xmlns:a16="http://schemas.microsoft.com/office/drawing/2014/main" id="{CAFB4631-D1F4-45A3-B90F-47290F6D542E}"/>
              </a:ext>
            </a:extLst>
          </p:cNvPr>
          <p:cNvSpPr>
            <a:spLocks noChangeAspect="1"/>
          </p:cNvSpPr>
          <p:nvPr/>
        </p:nvSpPr>
        <p:spPr>
          <a:xfrm>
            <a:off x="6400800" y="4038600"/>
            <a:ext cx="1371600" cy="381000"/>
          </a:xfrm>
          <a:prstGeom prst="rect">
            <a:avLst/>
          </a:prstGeom>
          <a:ln/>
        </p:spPr>
        <p:style>
          <a:lnRef idx="2">
            <a:schemeClr val="accent1"/>
          </a:lnRef>
          <a:fillRef idx="1">
            <a:schemeClr val="lt1"/>
          </a:fillRef>
          <a:effectRef idx="0">
            <a:schemeClr val="accent1"/>
          </a:effectRef>
          <a:fontRef idx="minor">
            <a:schemeClr val="dk1"/>
          </a:fontRef>
        </p:style>
        <p:txBody>
          <a:bodyPr anchor="ctr"/>
          <a:lstStyle/>
          <a:p>
            <a:pPr algn="ctr">
              <a:defRPr/>
            </a:pPr>
            <a:r>
              <a:rPr lang="en-US" sz="2400" dirty="0">
                <a:solidFill>
                  <a:schemeClr val="tx1"/>
                </a:solidFill>
              </a:rPr>
              <a:t>rat</a:t>
            </a:r>
            <a:endParaRPr lang="en-US" sz="1600" dirty="0">
              <a:solidFill>
                <a:schemeClr val="tx1"/>
              </a:solidFill>
            </a:endParaRPr>
          </a:p>
        </p:txBody>
      </p:sp>
      <p:sp>
        <p:nvSpPr>
          <p:cNvPr id="16" name="Rectangle 15">
            <a:extLst>
              <a:ext uri="{FF2B5EF4-FFF2-40B4-BE49-F238E27FC236}">
                <a16:creationId xmlns:a16="http://schemas.microsoft.com/office/drawing/2014/main" id="{60829F02-D97A-4EEF-A564-B680B9BB082E}"/>
              </a:ext>
            </a:extLst>
          </p:cNvPr>
          <p:cNvSpPr>
            <a:spLocks noChangeAspect="1"/>
          </p:cNvSpPr>
          <p:nvPr/>
        </p:nvSpPr>
        <p:spPr>
          <a:xfrm>
            <a:off x="8382000" y="4038600"/>
            <a:ext cx="1295400" cy="381000"/>
          </a:xfrm>
          <a:prstGeom prst="rect">
            <a:avLst/>
          </a:prstGeom>
          <a:ln/>
        </p:spPr>
        <p:style>
          <a:lnRef idx="2">
            <a:schemeClr val="accent1"/>
          </a:lnRef>
          <a:fillRef idx="1">
            <a:schemeClr val="lt1"/>
          </a:fillRef>
          <a:effectRef idx="0">
            <a:schemeClr val="accent1"/>
          </a:effectRef>
          <a:fontRef idx="minor">
            <a:schemeClr val="dk1"/>
          </a:fontRef>
        </p:style>
        <p:txBody>
          <a:bodyPr anchor="ctr"/>
          <a:lstStyle/>
          <a:p>
            <a:pPr algn="ctr">
              <a:defRPr/>
            </a:pPr>
            <a:r>
              <a:rPr lang="en-US" sz="2400" dirty="0">
                <a:solidFill>
                  <a:schemeClr val="tx1"/>
                </a:solidFill>
              </a:rPr>
              <a:t>rats</a:t>
            </a:r>
          </a:p>
        </p:txBody>
      </p:sp>
      <p:sp>
        <p:nvSpPr>
          <p:cNvPr id="17" name="Right Arrow 16">
            <a:extLst>
              <a:ext uri="{FF2B5EF4-FFF2-40B4-BE49-F238E27FC236}">
                <a16:creationId xmlns:a16="http://schemas.microsoft.com/office/drawing/2014/main" id="{90128BE4-92FE-41DB-B640-24E6D4C83C4C}"/>
              </a:ext>
            </a:extLst>
          </p:cNvPr>
          <p:cNvSpPr/>
          <p:nvPr/>
        </p:nvSpPr>
        <p:spPr>
          <a:xfrm>
            <a:off x="7924800" y="4191000"/>
            <a:ext cx="3048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8" name="Rectangle 17">
            <a:extLst>
              <a:ext uri="{FF2B5EF4-FFF2-40B4-BE49-F238E27FC236}">
                <a16:creationId xmlns:a16="http://schemas.microsoft.com/office/drawing/2014/main" id="{36A2A430-0D9B-45EF-A529-A7624F59AA26}"/>
              </a:ext>
            </a:extLst>
          </p:cNvPr>
          <p:cNvSpPr>
            <a:spLocks noChangeAspect="1"/>
          </p:cNvSpPr>
          <p:nvPr/>
        </p:nvSpPr>
        <p:spPr>
          <a:xfrm>
            <a:off x="6400800" y="4572000"/>
            <a:ext cx="1371600" cy="381000"/>
          </a:xfrm>
          <a:prstGeom prst="rect">
            <a:avLst/>
          </a:prstGeom>
          <a:ln/>
        </p:spPr>
        <p:style>
          <a:lnRef idx="2">
            <a:schemeClr val="accent1"/>
          </a:lnRef>
          <a:fillRef idx="1">
            <a:schemeClr val="lt1"/>
          </a:fillRef>
          <a:effectRef idx="0">
            <a:schemeClr val="accent1"/>
          </a:effectRef>
          <a:fontRef idx="minor">
            <a:schemeClr val="dk1"/>
          </a:fontRef>
        </p:style>
        <p:txBody>
          <a:bodyPr anchor="ctr"/>
          <a:lstStyle/>
          <a:p>
            <a:pPr algn="ctr">
              <a:defRPr/>
            </a:pPr>
            <a:r>
              <a:rPr lang="en-US" sz="2400" dirty="0">
                <a:solidFill>
                  <a:schemeClr val="tx1"/>
                </a:solidFill>
              </a:rPr>
              <a:t>browse</a:t>
            </a:r>
            <a:endParaRPr lang="en-US" sz="1600" dirty="0">
              <a:solidFill>
                <a:schemeClr val="tx1"/>
              </a:solidFill>
            </a:endParaRPr>
          </a:p>
        </p:txBody>
      </p:sp>
      <p:sp>
        <p:nvSpPr>
          <p:cNvPr id="19" name="Rectangle 18">
            <a:extLst>
              <a:ext uri="{FF2B5EF4-FFF2-40B4-BE49-F238E27FC236}">
                <a16:creationId xmlns:a16="http://schemas.microsoft.com/office/drawing/2014/main" id="{D2ECEB56-AA97-472D-AACA-0535428624D9}"/>
              </a:ext>
            </a:extLst>
          </p:cNvPr>
          <p:cNvSpPr>
            <a:spLocks noChangeAspect="1"/>
          </p:cNvSpPr>
          <p:nvPr/>
        </p:nvSpPr>
        <p:spPr>
          <a:xfrm>
            <a:off x="8382000" y="4572000"/>
            <a:ext cx="1295400" cy="381000"/>
          </a:xfrm>
          <a:prstGeom prst="rect">
            <a:avLst/>
          </a:prstGeom>
          <a:ln/>
        </p:spPr>
        <p:style>
          <a:lnRef idx="2">
            <a:schemeClr val="accent1"/>
          </a:lnRef>
          <a:fillRef idx="1">
            <a:schemeClr val="lt1"/>
          </a:fillRef>
          <a:effectRef idx="0">
            <a:schemeClr val="accent1"/>
          </a:effectRef>
          <a:fontRef idx="minor">
            <a:schemeClr val="dk1"/>
          </a:fontRef>
        </p:style>
        <p:txBody>
          <a:bodyPr anchor="ctr"/>
          <a:lstStyle/>
          <a:p>
            <a:pPr algn="ctr">
              <a:defRPr/>
            </a:pPr>
            <a:r>
              <a:rPr lang="en-US" sz="2400" dirty="0">
                <a:solidFill>
                  <a:schemeClr val="tx1"/>
                </a:solidFill>
              </a:rPr>
              <a:t>browser</a:t>
            </a:r>
          </a:p>
        </p:txBody>
      </p:sp>
      <p:sp>
        <p:nvSpPr>
          <p:cNvPr id="20" name="Right Arrow 19">
            <a:extLst>
              <a:ext uri="{FF2B5EF4-FFF2-40B4-BE49-F238E27FC236}">
                <a16:creationId xmlns:a16="http://schemas.microsoft.com/office/drawing/2014/main" id="{CEBEC9D9-353C-4AEF-86E8-03FF48D123D3}"/>
              </a:ext>
            </a:extLst>
          </p:cNvPr>
          <p:cNvSpPr/>
          <p:nvPr/>
        </p:nvSpPr>
        <p:spPr>
          <a:xfrm>
            <a:off x="7924800" y="4724400"/>
            <a:ext cx="3048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1" name="Oval 20">
            <a:extLst>
              <a:ext uri="{FF2B5EF4-FFF2-40B4-BE49-F238E27FC236}">
                <a16:creationId xmlns:a16="http://schemas.microsoft.com/office/drawing/2014/main" id="{B8C36102-8007-471E-AB89-AC7EC878BBAF}"/>
              </a:ext>
            </a:extLst>
          </p:cNvPr>
          <p:cNvSpPr/>
          <p:nvPr/>
        </p:nvSpPr>
        <p:spPr>
          <a:xfrm>
            <a:off x="5867400" y="41148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2" name="Oval 21">
            <a:extLst>
              <a:ext uri="{FF2B5EF4-FFF2-40B4-BE49-F238E27FC236}">
                <a16:creationId xmlns:a16="http://schemas.microsoft.com/office/drawing/2014/main" id="{7E1D8A6B-9794-48B0-B8B8-D1206368EEE2}"/>
              </a:ext>
            </a:extLst>
          </p:cNvPr>
          <p:cNvSpPr/>
          <p:nvPr/>
        </p:nvSpPr>
        <p:spPr>
          <a:xfrm>
            <a:off x="6019800" y="43434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3" name="Oval 22">
            <a:extLst>
              <a:ext uri="{FF2B5EF4-FFF2-40B4-BE49-F238E27FC236}">
                <a16:creationId xmlns:a16="http://schemas.microsoft.com/office/drawing/2014/main" id="{E707BC6E-1D34-4084-B6D2-38757BB45B03}"/>
              </a:ext>
            </a:extLst>
          </p:cNvPr>
          <p:cNvSpPr/>
          <p:nvPr/>
        </p:nvSpPr>
        <p:spPr>
          <a:xfrm>
            <a:off x="6019800" y="41148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4" name="Oval 23">
            <a:extLst>
              <a:ext uri="{FF2B5EF4-FFF2-40B4-BE49-F238E27FC236}">
                <a16:creationId xmlns:a16="http://schemas.microsoft.com/office/drawing/2014/main" id="{8010A9CC-3270-4575-B62C-596D6F2129AB}"/>
              </a:ext>
            </a:extLst>
          </p:cNvPr>
          <p:cNvSpPr/>
          <p:nvPr/>
        </p:nvSpPr>
        <p:spPr>
          <a:xfrm>
            <a:off x="5867400" y="43434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5" name="Oval 24">
            <a:extLst>
              <a:ext uri="{FF2B5EF4-FFF2-40B4-BE49-F238E27FC236}">
                <a16:creationId xmlns:a16="http://schemas.microsoft.com/office/drawing/2014/main" id="{4FB0136B-5687-49F0-8CC9-3D366BC2F090}"/>
              </a:ext>
            </a:extLst>
          </p:cNvPr>
          <p:cNvSpPr/>
          <p:nvPr/>
        </p:nvSpPr>
        <p:spPr>
          <a:xfrm>
            <a:off x="5867400" y="46482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6" name="Oval 25">
            <a:extLst>
              <a:ext uri="{FF2B5EF4-FFF2-40B4-BE49-F238E27FC236}">
                <a16:creationId xmlns:a16="http://schemas.microsoft.com/office/drawing/2014/main" id="{945D973B-B5E2-4676-BD83-16DA09532E49}"/>
              </a:ext>
            </a:extLst>
          </p:cNvPr>
          <p:cNvSpPr/>
          <p:nvPr/>
        </p:nvSpPr>
        <p:spPr>
          <a:xfrm>
            <a:off x="6019800" y="48768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7" name="Oval 26">
            <a:extLst>
              <a:ext uri="{FF2B5EF4-FFF2-40B4-BE49-F238E27FC236}">
                <a16:creationId xmlns:a16="http://schemas.microsoft.com/office/drawing/2014/main" id="{9D2A08F8-01A3-43B3-9D49-8C5DDA6862B1}"/>
              </a:ext>
            </a:extLst>
          </p:cNvPr>
          <p:cNvSpPr/>
          <p:nvPr/>
        </p:nvSpPr>
        <p:spPr>
          <a:xfrm>
            <a:off x="6019800" y="46482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8" name="Oval 27">
            <a:extLst>
              <a:ext uri="{FF2B5EF4-FFF2-40B4-BE49-F238E27FC236}">
                <a16:creationId xmlns:a16="http://schemas.microsoft.com/office/drawing/2014/main" id="{BB9D2480-9CCA-44E5-9CFD-8B57993610C8}"/>
              </a:ext>
            </a:extLst>
          </p:cNvPr>
          <p:cNvSpPr/>
          <p:nvPr/>
        </p:nvSpPr>
        <p:spPr>
          <a:xfrm>
            <a:off x="5867400" y="48768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B6F97-65C0-4327-A2AF-252F4510A9EC}"/>
              </a:ext>
            </a:extLst>
          </p:cNvPr>
          <p:cNvSpPr>
            <a:spLocks noGrp="1"/>
          </p:cNvSpPr>
          <p:nvPr>
            <p:ph type="title"/>
          </p:nvPr>
        </p:nvSpPr>
        <p:spPr/>
        <p:txBody>
          <a:bodyPr/>
          <a:lstStyle/>
          <a:p>
            <a:r>
              <a:rPr lang="en-US" dirty="0">
                <a:solidFill>
                  <a:srgbClr val="1F1F1F"/>
                </a:solidFill>
                <a:latin typeface="Source Sans Pro" panose="020B0604020202020204" pitchFamily="34" charset="0"/>
              </a:rPr>
              <a:t>M</a:t>
            </a:r>
            <a:r>
              <a:rPr lang="en-US" b="0" i="0" dirty="0">
                <a:solidFill>
                  <a:srgbClr val="1F1F1F"/>
                </a:solidFill>
                <a:effectLst/>
                <a:latin typeface="Source Sans Pro" panose="020B0604020202020204" pitchFamily="34" charset="0"/>
              </a:rPr>
              <a:t>orphology</a:t>
            </a:r>
            <a:endParaRPr lang="en-IN" dirty="0"/>
          </a:p>
        </p:txBody>
      </p:sp>
      <p:sp>
        <p:nvSpPr>
          <p:cNvPr id="3" name="Content Placeholder 2">
            <a:extLst>
              <a:ext uri="{FF2B5EF4-FFF2-40B4-BE49-F238E27FC236}">
                <a16:creationId xmlns:a16="http://schemas.microsoft.com/office/drawing/2014/main" id="{78706CE3-73B5-489B-9C18-330DE7B55859}"/>
              </a:ext>
            </a:extLst>
          </p:cNvPr>
          <p:cNvSpPr>
            <a:spLocks noGrp="1"/>
          </p:cNvSpPr>
          <p:nvPr>
            <p:ph idx="1"/>
          </p:nvPr>
        </p:nvSpPr>
        <p:spPr/>
        <p:txBody>
          <a:bodyPr/>
          <a:lstStyle/>
          <a:p>
            <a:r>
              <a:rPr lang="en-US" dirty="0">
                <a:solidFill>
                  <a:srgbClr val="1F1F1F"/>
                </a:solidFill>
                <a:latin typeface="Source Sans Pro" panose="020B0604020202020204" pitchFamily="34" charset="0"/>
              </a:rPr>
              <a:t>M</a:t>
            </a:r>
            <a:r>
              <a:rPr lang="en-US" b="0" i="0" dirty="0">
                <a:solidFill>
                  <a:srgbClr val="1F1F1F"/>
                </a:solidFill>
                <a:effectLst/>
                <a:latin typeface="Source Sans Pro" panose="020B0604020202020204" pitchFamily="34" charset="0"/>
              </a:rPr>
              <a:t>orphology is the study of the structure of words.</a:t>
            </a:r>
          </a:p>
          <a:p>
            <a:r>
              <a:rPr lang="en-US" b="0" i="0" dirty="0">
                <a:solidFill>
                  <a:srgbClr val="1F1F1F"/>
                </a:solidFill>
                <a:effectLst/>
                <a:latin typeface="Source Sans Pro" panose="020B0604020202020204" pitchFamily="34" charset="0"/>
              </a:rPr>
              <a:t> Morphology breaks words down into their stems or root words, prefixes and suffixes.</a:t>
            </a:r>
          </a:p>
          <a:p>
            <a:r>
              <a:rPr lang="en-US" b="0" i="0" dirty="0">
                <a:solidFill>
                  <a:srgbClr val="1F1F1F"/>
                </a:solidFill>
                <a:effectLst/>
                <a:latin typeface="Source Sans Pro" panose="020B0604020202020204" pitchFamily="34" charset="0"/>
              </a:rPr>
              <a:t> A stem is the core part of the word, while prefixes are added to the beginning of the stem and suffixes are added at the end of the stems.</a:t>
            </a:r>
          </a:p>
          <a:p>
            <a:endParaRPr lang="en-IN" dirty="0"/>
          </a:p>
        </p:txBody>
      </p:sp>
    </p:spTree>
    <p:extLst>
      <p:ext uri="{BB962C8B-B14F-4D97-AF65-F5344CB8AC3E}">
        <p14:creationId xmlns:p14="http://schemas.microsoft.com/office/powerpoint/2010/main" val="29046091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a:extLst>
              <a:ext uri="{FF2B5EF4-FFF2-40B4-BE49-F238E27FC236}">
                <a16:creationId xmlns:a16="http://schemas.microsoft.com/office/drawing/2014/main" id="{00A1C30D-AA6C-4C57-BB66-336B58AEE3B4}"/>
              </a:ext>
            </a:extLst>
          </p:cNvPr>
          <p:cNvSpPr>
            <a:spLocks noGrp="1"/>
          </p:cNvSpPr>
          <p:nvPr>
            <p:ph type="title"/>
          </p:nvPr>
        </p:nvSpPr>
        <p:spPr/>
        <p:txBody>
          <a:bodyPr/>
          <a:lstStyle/>
          <a:p>
            <a:pPr eaLnBrk="1" hangingPunct="1"/>
            <a:r>
              <a:rPr lang="en-US" altLang="en-US"/>
              <a:t>Morphology for NLP</a:t>
            </a:r>
          </a:p>
        </p:txBody>
      </p:sp>
      <p:sp>
        <p:nvSpPr>
          <p:cNvPr id="3" name="Content Placeholder 2">
            <a:extLst>
              <a:ext uri="{FF2B5EF4-FFF2-40B4-BE49-F238E27FC236}">
                <a16:creationId xmlns:a16="http://schemas.microsoft.com/office/drawing/2014/main" id="{D036CF8D-3A31-4338-AAE1-C33BF77DF9E4}"/>
              </a:ext>
            </a:extLst>
          </p:cNvPr>
          <p:cNvSpPr>
            <a:spLocks noGrp="1"/>
          </p:cNvSpPr>
          <p:nvPr>
            <p:ph idx="1"/>
          </p:nvPr>
        </p:nvSpPr>
        <p:spPr/>
        <p:txBody>
          <a:bodyPr rtlCol="0">
            <a:normAutofit/>
          </a:bodyPr>
          <a:lstStyle/>
          <a:p>
            <a:pPr>
              <a:defRPr/>
            </a:pPr>
            <a:r>
              <a:rPr lang="en-US" dirty="0"/>
              <a:t>Machine Translation</a:t>
            </a:r>
          </a:p>
          <a:p>
            <a:pPr>
              <a:buNone/>
              <a:defRPr/>
            </a:pPr>
            <a:r>
              <a:rPr lang="en-US" dirty="0"/>
              <a:t>                            </a:t>
            </a:r>
          </a:p>
          <a:p>
            <a:pPr>
              <a:defRPr/>
            </a:pPr>
            <a:endParaRPr lang="en-US" dirty="0"/>
          </a:p>
          <a:p>
            <a:pPr>
              <a:defRPr/>
            </a:pPr>
            <a:endParaRPr lang="en-US" dirty="0"/>
          </a:p>
          <a:p>
            <a:pPr>
              <a:defRPr/>
            </a:pPr>
            <a:endParaRPr lang="en-US" dirty="0"/>
          </a:p>
          <a:p>
            <a:pPr>
              <a:defRPr/>
            </a:pPr>
            <a:endParaRPr lang="en-US" dirty="0"/>
          </a:p>
          <a:p>
            <a:pPr>
              <a:defRPr/>
            </a:pPr>
            <a:r>
              <a:rPr lang="en-US" dirty="0"/>
              <a:t>Information Retrieval</a:t>
            </a:r>
          </a:p>
          <a:p>
            <a:pPr lvl="1">
              <a:defRPr/>
            </a:pPr>
            <a:r>
              <a:rPr lang="en-US" dirty="0"/>
              <a:t>goose and geese are two words referring to the same root goose</a:t>
            </a:r>
          </a:p>
          <a:p>
            <a:pPr lvl="1">
              <a:buNone/>
              <a:defRPr/>
            </a:pPr>
            <a:endParaRPr lang="en-US" dirty="0"/>
          </a:p>
          <a:p>
            <a:pPr lvl="1">
              <a:defRPr/>
            </a:pPr>
            <a:endParaRPr lang="en-US" dirty="0"/>
          </a:p>
        </p:txBody>
      </p:sp>
      <p:sp>
        <p:nvSpPr>
          <p:cNvPr id="9" name="Rectangle 8">
            <a:extLst>
              <a:ext uri="{FF2B5EF4-FFF2-40B4-BE49-F238E27FC236}">
                <a16:creationId xmlns:a16="http://schemas.microsoft.com/office/drawing/2014/main" id="{8C15A4AD-B555-4615-B8AD-A935A9D661D4}"/>
              </a:ext>
            </a:extLst>
          </p:cNvPr>
          <p:cNvSpPr/>
          <p:nvPr/>
        </p:nvSpPr>
        <p:spPr>
          <a:xfrm>
            <a:off x="2667000" y="2554288"/>
            <a:ext cx="2133600" cy="8382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Analyze</a:t>
            </a:r>
          </a:p>
        </p:txBody>
      </p:sp>
      <p:sp>
        <p:nvSpPr>
          <p:cNvPr id="10" name="Rectangle 9">
            <a:extLst>
              <a:ext uri="{FF2B5EF4-FFF2-40B4-BE49-F238E27FC236}">
                <a16:creationId xmlns:a16="http://schemas.microsoft.com/office/drawing/2014/main" id="{525873A8-5DA3-4875-A450-89F237050CED}"/>
              </a:ext>
            </a:extLst>
          </p:cNvPr>
          <p:cNvSpPr/>
          <p:nvPr/>
        </p:nvSpPr>
        <p:spPr>
          <a:xfrm>
            <a:off x="8382000" y="2554288"/>
            <a:ext cx="1600200" cy="8382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Generate</a:t>
            </a:r>
          </a:p>
        </p:txBody>
      </p:sp>
      <p:cxnSp>
        <p:nvCxnSpPr>
          <p:cNvPr id="11" name="Straight Arrow Connector 10">
            <a:extLst>
              <a:ext uri="{FF2B5EF4-FFF2-40B4-BE49-F238E27FC236}">
                <a16:creationId xmlns:a16="http://schemas.microsoft.com/office/drawing/2014/main" id="{217F36D8-7EA4-432C-ABE8-AFCB1D1B0009}"/>
              </a:ext>
            </a:extLst>
          </p:cNvPr>
          <p:cNvCxnSpPr>
            <a:stCxn id="9" idx="3"/>
            <a:endCxn id="10" idx="1"/>
          </p:cNvCxnSpPr>
          <p:nvPr/>
        </p:nvCxnSpPr>
        <p:spPr>
          <a:xfrm>
            <a:off x="4800600" y="2973389"/>
            <a:ext cx="3581400" cy="1587"/>
          </a:xfrm>
          <a:prstGeom prst="straightConnector1">
            <a:avLst/>
          </a:prstGeom>
          <a:ln w="28575">
            <a:tailEnd type="arrow"/>
          </a:ln>
        </p:spPr>
        <p:style>
          <a:lnRef idx="1">
            <a:schemeClr val="dk1"/>
          </a:lnRef>
          <a:fillRef idx="0">
            <a:schemeClr val="dk1"/>
          </a:fillRef>
          <a:effectRef idx="0">
            <a:schemeClr val="dk1"/>
          </a:effectRef>
          <a:fontRef idx="minor">
            <a:schemeClr val="tx1"/>
          </a:fontRef>
        </p:style>
      </p:cxnSp>
      <p:sp>
        <p:nvSpPr>
          <p:cNvPr id="4103" name="TextBox 11">
            <a:extLst>
              <a:ext uri="{FF2B5EF4-FFF2-40B4-BE49-F238E27FC236}">
                <a16:creationId xmlns:a16="http://schemas.microsoft.com/office/drawing/2014/main" id="{87EFB9FC-297D-4ED5-A0E2-34921357D86E}"/>
              </a:ext>
            </a:extLst>
          </p:cNvPr>
          <p:cNvSpPr txBox="1">
            <a:spLocks noChangeArrowheads="1"/>
          </p:cNvSpPr>
          <p:nvPr/>
        </p:nvSpPr>
        <p:spPr bwMode="auto">
          <a:xfrm>
            <a:off x="6019800" y="3098800"/>
            <a:ext cx="1752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Transfer</a:t>
            </a:r>
          </a:p>
        </p:txBody>
      </p:sp>
      <p:sp>
        <p:nvSpPr>
          <p:cNvPr id="4104" name="Rectangle 12">
            <a:extLst>
              <a:ext uri="{FF2B5EF4-FFF2-40B4-BE49-F238E27FC236}">
                <a16:creationId xmlns:a16="http://schemas.microsoft.com/office/drawing/2014/main" id="{2A19BD4F-BCC1-44A8-8E92-078D5A40A46C}"/>
              </a:ext>
            </a:extLst>
          </p:cNvPr>
          <p:cNvSpPr>
            <a:spLocks noChangeArrowheads="1"/>
          </p:cNvSpPr>
          <p:nvPr/>
        </p:nvSpPr>
        <p:spPr bwMode="auto">
          <a:xfrm>
            <a:off x="1676400" y="3621088"/>
            <a:ext cx="4191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lvl="2" eaLnBrk="1" hangingPunct="1"/>
            <a:r>
              <a:rPr lang="hi-IN" altLang="en-US"/>
              <a:t>किताबें</a:t>
            </a:r>
            <a:r>
              <a:rPr lang="en-US" altLang="en-US"/>
              <a:t>: </a:t>
            </a:r>
            <a:r>
              <a:rPr lang="hi-IN" altLang="en-US"/>
              <a:t>किताब</a:t>
            </a:r>
            <a:r>
              <a:rPr lang="en-US" altLang="en-US"/>
              <a:t>, Noun, </a:t>
            </a:r>
          </a:p>
          <a:p>
            <a:pPr lvl="2" eaLnBrk="1" hangingPunct="1"/>
            <a:r>
              <a:rPr lang="en-US" altLang="en-US"/>
              <a:t>Direct Case, Plural</a:t>
            </a:r>
          </a:p>
        </p:txBody>
      </p:sp>
      <p:sp>
        <p:nvSpPr>
          <p:cNvPr id="4105" name="Rectangle 13">
            <a:extLst>
              <a:ext uri="{FF2B5EF4-FFF2-40B4-BE49-F238E27FC236}">
                <a16:creationId xmlns:a16="http://schemas.microsoft.com/office/drawing/2014/main" id="{96CF0C51-A75F-4C03-902A-8F27AEDBD9A1}"/>
              </a:ext>
            </a:extLst>
          </p:cNvPr>
          <p:cNvSpPr>
            <a:spLocks noChangeArrowheads="1"/>
          </p:cNvSpPr>
          <p:nvPr/>
        </p:nvSpPr>
        <p:spPr bwMode="auto">
          <a:xfrm>
            <a:off x="3932238" y="2565400"/>
            <a:ext cx="45259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lvl="2" eaLnBrk="1" hangingPunct="1"/>
            <a:r>
              <a:rPr lang="hi-IN" altLang="en-US"/>
              <a:t>पुस्तक</a:t>
            </a:r>
            <a:r>
              <a:rPr lang="en-US" altLang="en-US"/>
              <a:t>, Noun, Direct Case, Plural</a:t>
            </a:r>
          </a:p>
        </p:txBody>
      </p:sp>
      <p:sp>
        <p:nvSpPr>
          <p:cNvPr id="4106" name="Rectangle 14">
            <a:extLst>
              <a:ext uri="{FF2B5EF4-FFF2-40B4-BE49-F238E27FC236}">
                <a16:creationId xmlns:a16="http://schemas.microsoft.com/office/drawing/2014/main" id="{C40471C1-AC70-4CDF-892D-15B2EB4DF758}"/>
              </a:ext>
            </a:extLst>
          </p:cNvPr>
          <p:cNvSpPr>
            <a:spLocks noChangeArrowheads="1"/>
          </p:cNvSpPr>
          <p:nvPr/>
        </p:nvSpPr>
        <p:spPr bwMode="auto">
          <a:xfrm>
            <a:off x="7772400" y="3621089"/>
            <a:ext cx="17145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lvl="2" eaLnBrk="1" hangingPunct="1"/>
            <a:r>
              <a:rPr lang="hi-IN" altLang="en-US"/>
              <a:t>पुस्तके</a:t>
            </a:r>
            <a:endParaRPr lang="en-US" altLang="en-US"/>
          </a:p>
        </p:txBody>
      </p:sp>
      <p:sp>
        <p:nvSpPr>
          <p:cNvPr id="18" name="Rectangle 17">
            <a:extLst>
              <a:ext uri="{FF2B5EF4-FFF2-40B4-BE49-F238E27FC236}">
                <a16:creationId xmlns:a16="http://schemas.microsoft.com/office/drawing/2014/main" id="{C4F3FA2B-76E3-4E70-B9C3-5CDBB066C210}"/>
              </a:ext>
            </a:extLst>
          </p:cNvPr>
          <p:cNvSpPr/>
          <p:nvPr/>
        </p:nvSpPr>
        <p:spPr>
          <a:xfrm>
            <a:off x="2438400" y="2209800"/>
            <a:ext cx="8077200" cy="2286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B6F97-65C0-4327-A2AF-252F4510A9EC}"/>
              </a:ext>
            </a:extLst>
          </p:cNvPr>
          <p:cNvSpPr>
            <a:spLocks noGrp="1"/>
          </p:cNvSpPr>
          <p:nvPr>
            <p:ph type="title"/>
          </p:nvPr>
        </p:nvSpPr>
        <p:spPr/>
        <p:txBody>
          <a:bodyPr/>
          <a:lstStyle/>
          <a:p>
            <a:r>
              <a:rPr lang="en-US" dirty="0">
                <a:solidFill>
                  <a:srgbClr val="1F1F1F"/>
                </a:solidFill>
                <a:latin typeface="Source Sans Pro" panose="020B0604020202020204" pitchFamily="34" charset="0"/>
              </a:rPr>
              <a:t>M</a:t>
            </a:r>
            <a:r>
              <a:rPr lang="en-US" b="0" i="0" dirty="0">
                <a:solidFill>
                  <a:srgbClr val="1F1F1F"/>
                </a:solidFill>
                <a:effectLst/>
                <a:latin typeface="Source Sans Pro" panose="020B0604020202020204" pitchFamily="34" charset="0"/>
              </a:rPr>
              <a:t>orphology</a:t>
            </a:r>
            <a:endParaRPr lang="en-IN" dirty="0"/>
          </a:p>
        </p:txBody>
      </p:sp>
      <p:sp>
        <p:nvSpPr>
          <p:cNvPr id="3" name="Content Placeholder 2">
            <a:extLst>
              <a:ext uri="{FF2B5EF4-FFF2-40B4-BE49-F238E27FC236}">
                <a16:creationId xmlns:a16="http://schemas.microsoft.com/office/drawing/2014/main" id="{78706CE3-73B5-489B-9C18-330DE7B55859}"/>
              </a:ext>
            </a:extLst>
          </p:cNvPr>
          <p:cNvSpPr>
            <a:spLocks noGrp="1"/>
          </p:cNvSpPr>
          <p:nvPr>
            <p:ph idx="1"/>
          </p:nvPr>
        </p:nvSpPr>
        <p:spPr/>
        <p:txBody>
          <a:bodyPr/>
          <a:lstStyle/>
          <a:p>
            <a:r>
              <a:rPr lang="en-US" b="0" i="0" dirty="0">
                <a:solidFill>
                  <a:srgbClr val="1F1F1F"/>
                </a:solidFill>
                <a:effectLst/>
                <a:latin typeface="Source Sans Pro" panose="020B0604020202020204" pitchFamily="34" charset="0"/>
              </a:rPr>
              <a:t>There are three main types of ways to connect these word components: </a:t>
            </a:r>
          </a:p>
          <a:p>
            <a:pPr lvl="1"/>
            <a:r>
              <a:rPr lang="en-US" b="0" i="0" dirty="0">
                <a:solidFill>
                  <a:srgbClr val="1F1F1F"/>
                </a:solidFill>
                <a:effectLst/>
                <a:latin typeface="Source Sans Pro" panose="020B0604020202020204" pitchFamily="34" charset="0"/>
              </a:rPr>
              <a:t>inflection, </a:t>
            </a:r>
          </a:p>
          <a:p>
            <a:pPr lvl="1"/>
            <a:r>
              <a:rPr lang="en-US" b="0" i="0" dirty="0">
                <a:solidFill>
                  <a:srgbClr val="1F1F1F"/>
                </a:solidFill>
                <a:effectLst/>
                <a:latin typeface="Source Sans Pro" panose="020B0604020202020204" pitchFamily="34" charset="0"/>
              </a:rPr>
              <a:t>derivation, and </a:t>
            </a:r>
          </a:p>
          <a:p>
            <a:pPr lvl="1"/>
            <a:r>
              <a:rPr lang="en-US" b="0" i="0" dirty="0">
                <a:solidFill>
                  <a:srgbClr val="1F1F1F"/>
                </a:solidFill>
                <a:effectLst/>
                <a:latin typeface="Source Sans Pro" panose="020B0604020202020204" pitchFamily="34" charset="0"/>
              </a:rPr>
              <a:t>compounding.</a:t>
            </a:r>
            <a:endParaRPr lang="en-IN" dirty="0"/>
          </a:p>
        </p:txBody>
      </p:sp>
      <p:sp>
        <p:nvSpPr>
          <p:cNvPr id="5" name="TextBox 4">
            <a:extLst>
              <a:ext uri="{FF2B5EF4-FFF2-40B4-BE49-F238E27FC236}">
                <a16:creationId xmlns:a16="http://schemas.microsoft.com/office/drawing/2014/main" id="{81DFD760-AF2B-4C4B-98EB-8F8D8EE4EDC8}"/>
              </a:ext>
            </a:extLst>
          </p:cNvPr>
          <p:cNvSpPr txBox="1"/>
          <p:nvPr/>
        </p:nvSpPr>
        <p:spPr>
          <a:xfrm>
            <a:off x="1675312" y="6176963"/>
            <a:ext cx="9846128" cy="369332"/>
          </a:xfrm>
          <a:prstGeom prst="rect">
            <a:avLst/>
          </a:prstGeom>
          <a:noFill/>
        </p:spPr>
        <p:txBody>
          <a:bodyPr wrap="square">
            <a:spAutoFit/>
          </a:bodyPr>
          <a:lstStyle/>
          <a:p>
            <a:r>
              <a:rPr lang="en-IN" sz="1800" b="0" i="0" u="none" strike="noStrike" baseline="0" dirty="0">
                <a:latin typeface="Times New Roman" panose="02020603050405020304" pitchFamily="18" charset="0"/>
              </a:rPr>
              <a:t>Speech and Language Processing, Daniel </a:t>
            </a:r>
            <a:r>
              <a:rPr lang="en-IN" sz="1800" b="0" i="0" u="none" strike="noStrike" baseline="0" dirty="0" err="1">
                <a:latin typeface="Times New Roman" panose="02020603050405020304" pitchFamily="18" charset="0"/>
              </a:rPr>
              <a:t>Jurafsky</a:t>
            </a:r>
            <a:r>
              <a:rPr lang="en-IN" sz="1800" b="0" i="0" u="none" strike="noStrike" baseline="0" dirty="0">
                <a:latin typeface="Times New Roman" panose="02020603050405020304" pitchFamily="18" charset="0"/>
              </a:rPr>
              <a:t> and James Martin</a:t>
            </a:r>
            <a:endParaRPr lang="en-IN" dirty="0"/>
          </a:p>
        </p:txBody>
      </p:sp>
    </p:spTree>
    <p:extLst>
      <p:ext uri="{BB962C8B-B14F-4D97-AF65-F5344CB8AC3E}">
        <p14:creationId xmlns:p14="http://schemas.microsoft.com/office/powerpoint/2010/main" val="32434805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B6F97-65C0-4327-A2AF-252F4510A9EC}"/>
              </a:ext>
            </a:extLst>
          </p:cNvPr>
          <p:cNvSpPr>
            <a:spLocks noGrp="1"/>
          </p:cNvSpPr>
          <p:nvPr>
            <p:ph type="title"/>
          </p:nvPr>
        </p:nvSpPr>
        <p:spPr/>
        <p:txBody>
          <a:bodyPr/>
          <a:lstStyle/>
          <a:p>
            <a:r>
              <a:rPr lang="en-US" dirty="0">
                <a:solidFill>
                  <a:srgbClr val="1F1F1F"/>
                </a:solidFill>
                <a:latin typeface="Source Sans Pro" panose="020B0604020202020204" pitchFamily="34" charset="0"/>
              </a:rPr>
              <a:t>M</a:t>
            </a:r>
            <a:r>
              <a:rPr lang="en-US" b="0" i="0" dirty="0">
                <a:solidFill>
                  <a:srgbClr val="1F1F1F"/>
                </a:solidFill>
                <a:effectLst/>
                <a:latin typeface="Source Sans Pro" panose="020B0604020202020204" pitchFamily="34" charset="0"/>
              </a:rPr>
              <a:t>orphology</a:t>
            </a:r>
            <a:endParaRPr lang="en-IN" dirty="0"/>
          </a:p>
        </p:txBody>
      </p:sp>
      <p:sp>
        <p:nvSpPr>
          <p:cNvPr id="3" name="Content Placeholder 2">
            <a:extLst>
              <a:ext uri="{FF2B5EF4-FFF2-40B4-BE49-F238E27FC236}">
                <a16:creationId xmlns:a16="http://schemas.microsoft.com/office/drawing/2014/main" id="{78706CE3-73B5-489B-9C18-330DE7B55859}"/>
              </a:ext>
            </a:extLst>
          </p:cNvPr>
          <p:cNvSpPr>
            <a:spLocks noGrp="1"/>
          </p:cNvSpPr>
          <p:nvPr>
            <p:ph idx="1"/>
          </p:nvPr>
        </p:nvSpPr>
        <p:spPr/>
        <p:txBody>
          <a:bodyPr/>
          <a:lstStyle/>
          <a:p>
            <a:r>
              <a:rPr lang="en-US" b="0" i="0" dirty="0">
                <a:solidFill>
                  <a:srgbClr val="1F1F1F"/>
                </a:solidFill>
                <a:effectLst/>
                <a:latin typeface="Source Sans Pro" panose="020B0604020202020204" pitchFamily="34" charset="0"/>
              </a:rPr>
              <a:t>Inflection takes a stem word and makes them plural, past tense, or progressive. </a:t>
            </a:r>
          </a:p>
          <a:p>
            <a:r>
              <a:rPr lang="en-US" b="0" i="0" dirty="0">
                <a:solidFill>
                  <a:srgbClr val="1F1F1F"/>
                </a:solidFill>
                <a:effectLst/>
                <a:latin typeface="Source Sans Pro" panose="020B0604020202020204" pitchFamily="34" charset="0"/>
              </a:rPr>
              <a:t>For example, for the stem word 'like’,</a:t>
            </a:r>
          </a:p>
          <a:p>
            <a:pPr lvl="1"/>
            <a:r>
              <a:rPr lang="en-US" b="0" i="0" dirty="0">
                <a:solidFill>
                  <a:srgbClr val="1F1F1F"/>
                </a:solidFill>
                <a:effectLst/>
                <a:latin typeface="Source Sans Pro" panose="020B0604020202020204" pitchFamily="34" charset="0"/>
              </a:rPr>
              <a:t> inflection connections include the plural likes, </a:t>
            </a:r>
          </a:p>
          <a:p>
            <a:pPr lvl="1"/>
            <a:r>
              <a:rPr lang="en-US" b="0" i="0" dirty="0">
                <a:solidFill>
                  <a:srgbClr val="1F1F1F"/>
                </a:solidFill>
                <a:effectLst/>
                <a:latin typeface="Source Sans Pro" panose="020B0604020202020204" pitchFamily="34" charset="0"/>
              </a:rPr>
              <a:t>the past tense liked, and </a:t>
            </a:r>
          </a:p>
          <a:p>
            <a:pPr lvl="1"/>
            <a:r>
              <a:rPr lang="en-US" b="0" i="0" dirty="0">
                <a:solidFill>
                  <a:srgbClr val="1F1F1F"/>
                </a:solidFill>
                <a:effectLst/>
                <a:latin typeface="Source Sans Pro" panose="020B0604020202020204" pitchFamily="34" charset="0"/>
              </a:rPr>
              <a:t>the progressive liking.</a:t>
            </a:r>
            <a:endParaRPr lang="en-IN" dirty="0"/>
          </a:p>
        </p:txBody>
      </p:sp>
    </p:spTree>
    <p:extLst>
      <p:ext uri="{BB962C8B-B14F-4D97-AF65-F5344CB8AC3E}">
        <p14:creationId xmlns:p14="http://schemas.microsoft.com/office/powerpoint/2010/main" val="28698975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B6F97-65C0-4327-A2AF-252F4510A9EC}"/>
              </a:ext>
            </a:extLst>
          </p:cNvPr>
          <p:cNvSpPr>
            <a:spLocks noGrp="1"/>
          </p:cNvSpPr>
          <p:nvPr>
            <p:ph type="title"/>
          </p:nvPr>
        </p:nvSpPr>
        <p:spPr/>
        <p:txBody>
          <a:bodyPr/>
          <a:lstStyle/>
          <a:p>
            <a:r>
              <a:rPr lang="en-US" dirty="0">
                <a:solidFill>
                  <a:srgbClr val="1F1F1F"/>
                </a:solidFill>
                <a:latin typeface="Source Sans Pro" panose="020B0604020202020204" pitchFamily="34" charset="0"/>
              </a:rPr>
              <a:t>M</a:t>
            </a:r>
            <a:r>
              <a:rPr lang="en-US" b="0" i="0" dirty="0">
                <a:solidFill>
                  <a:srgbClr val="1F1F1F"/>
                </a:solidFill>
                <a:effectLst/>
                <a:latin typeface="Source Sans Pro" panose="020B0604020202020204" pitchFamily="34" charset="0"/>
              </a:rPr>
              <a:t>orphology</a:t>
            </a:r>
            <a:endParaRPr lang="en-IN" dirty="0"/>
          </a:p>
        </p:txBody>
      </p:sp>
      <p:sp>
        <p:nvSpPr>
          <p:cNvPr id="3" name="Content Placeholder 2">
            <a:extLst>
              <a:ext uri="{FF2B5EF4-FFF2-40B4-BE49-F238E27FC236}">
                <a16:creationId xmlns:a16="http://schemas.microsoft.com/office/drawing/2014/main" id="{78706CE3-73B5-489B-9C18-330DE7B55859}"/>
              </a:ext>
            </a:extLst>
          </p:cNvPr>
          <p:cNvSpPr>
            <a:spLocks noGrp="1"/>
          </p:cNvSpPr>
          <p:nvPr>
            <p:ph idx="1"/>
          </p:nvPr>
        </p:nvSpPr>
        <p:spPr/>
        <p:txBody>
          <a:bodyPr/>
          <a:lstStyle/>
          <a:p>
            <a:r>
              <a:rPr lang="en-US" b="0" i="0" dirty="0">
                <a:solidFill>
                  <a:srgbClr val="1F1F1F"/>
                </a:solidFill>
                <a:effectLst/>
                <a:latin typeface="Source Sans Pro" panose="020B0604020202020204" pitchFamily="34" charset="0"/>
              </a:rPr>
              <a:t>Derivation combines the word stem with syntactic morphemes.</a:t>
            </a:r>
          </a:p>
          <a:p>
            <a:r>
              <a:rPr lang="en-US" b="0" i="0" dirty="0">
                <a:solidFill>
                  <a:srgbClr val="1F1F1F"/>
                </a:solidFill>
                <a:effectLst/>
                <a:latin typeface="Source Sans Pro" panose="020B0604020202020204" pitchFamily="34" charset="0"/>
              </a:rPr>
              <a:t>For example, combining the stem print with er forms printer. Or combining print with able forms printable. You can also combine with prefixes like re to form reprint.</a:t>
            </a:r>
          </a:p>
          <a:p>
            <a:r>
              <a:rPr lang="en-US" dirty="0">
                <a:solidFill>
                  <a:srgbClr val="1F1F1F"/>
                </a:solidFill>
                <a:latin typeface="Source Sans Pro" panose="020B0604020202020204" pitchFamily="34" charset="0"/>
              </a:rPr>
              <a:t>C</a:t>
            </a:r>
            <a:r>
              <a:rPr lang="en-US" b="0" i="0" dirty="0">
                <a:solidFill>
                  <a:srgbClr val="1F1F1F"/>
                </a:solidFill>
                <a:effectLst/>
                <a:latin typeface="Source Sans Pro" panose="020B0604020202020204" pitchFamily="34" charset="0"/>
              </a:rPr>
              <a:t>ompounding is combining two root words together to form a new word. For example, you can combine house and boat to create houseboat. But the order matters as you could also combine boat and house to create boat house.</a:t>
            </a:r>
            <a:endParaRPr lang="en-IN" dirty="0"/>
          </a:p>
        </p:txBody>
      </p:sp>
    </p:spTree>
    <p:extLst>
      <p:ext uri="{BB962C8B-B14F-4D97-AF65-F5344CB8AC3E}">
        <p14:creationId xmlns:p14="http://schemas.microsoft.com/office/powerpoint/2010/main" val="2215347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70B844-74E5-43BB-AF28-7688099BF51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92EE05D-C895-43A6-90C4-E239AFE9A2F0}"/>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ECAA4901-8AB9-4ECB-BB31-DF505A1E2F83}"/>
              </a:ext>
            </a:extLst>
          </p:cNvPr>
          <p:cNvPicPr>
            <a:picLocks noChangeAspect="1"/>
          </p:cNvPicPr>
          <p:nvPr/>
        </p:nvPicPr>
        <p:blipFill>
          <a:blip r:embed="rId2"/>
          <a:stretch>
            <a:fillRect/>
          </a:stretch>
        </p:blipFill>
        <p:spPr>
          <a:xfrm>
            <a:off x="391887" y="365126"/>
            <a:ext cx="11260182" cy="6009548"/>
          </a:xfrm>
          <a:prstGeom prst="rect">
            <a:avLst/>
          </a:prstGeom>
        </p:spPr>
      </p:pic>
    </p:spTree>
    <p:extLst>
      <p:ext uri="{BB962C8B-B14F-4D97-AF65-F5344CB8AC3E}">
        <p14:creationId xmlns:p14="http://schemas.microsoft.com/office/powerpoint/2010/main" val="13727568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35FD0EB7-404A-4A77-B189-BD1077C9AC63}"/>
              </a:ext>
            </a:extLst>
          </p:cNvPr>
          <p:cNvSpPr>
            <a:spLocks noGrp="1"/>
          </p:cNvSpPr>
          <p:nvPr>
            <p:ph type="title"/>
          </p:nvPr>
        </p:nvSpPr>
        <p:spPr/>
        <p:txBody>
          <a:bodyPr/>
          <a:lstStyle/>
          <a:p>
            <a:pPr eaLnBrk="1" hangingPunct="1"/>
            <a:r>
              <a:rPr lang="en-US" altLang="en-US"/>
              <a:t>Morphemes</a:t>
            </a:r>
          </a:p>
        </p:txBody>
      </p:sp>
      <p:sp>
        <p:nvSpPr>
          <p:cNvPr id="7171" name="Content Placeholder 2">
            <a:extLst>
              <a:ext uri="{FF2B5EF4-FFF2-40B4-BE49-F238E27FC236}">
                <a16:creationId xmlns:a16="http://schemas.microsoft.com/office/drawing/2014/main" id="{B994E74D-A1D6-4E5D-B45D-BB410393E585}"/>
              </a:ext>
            </a:extLst>
          </p:cNvPr>
          <p:cNvSpPr>
            <a:spLocks noGrp="1"/>
          </p:cNvSpPr>
          <p:nvPr>
            <p:ph idx="1"/>
          </p:nvPr>
        </p:nvSpPr>
        <p:spPr/>
        <p:txBody>
          <a:bodyPr/>
          <a:lstStyle/>
          <a:p>
            <a:pPr eaLnBrk="1" hangingPunct="1"/>
            <a:r>
              <a:rPr lang="en-US" altLang="en-US"/>
              <a:t>Smallest meaning bearing units constituting a word</a:t>
            </a:r>
          </a:p>
          <a:p>
            <a:pPr eaLnBrk="1" hangingPunct="1"/>
            <a:endParaRPr lang="en-US" altLang="en-US"/>
          </a:p>
          <a:p>
            <a:pPr eaLnBrk="1" hangingPunct="1"/>
            <a:endParaRPr lang="en-US" altLang="en-US"/>
          </a:p>
          <a:p>
            <a:pPr eaLnBrk="1" hangingPunct="1">
              <a:buFont typeface="Arial" panose="020B0604020202020204" pitchFamily="34" charset="0"/>
              <a:buNone/>
            </a:pPr>
            <a:endParaRPr lang="en-US" altLang="en-US"/>
          </a:p>
          <a:p>
            <a:pPr eaLnBrk="1" hangingPunct="1">
              <a:buFont typeface="Arial" panose="020B0604020202020204" pitchFamily="34" charset="0"/>
              <a:buNone/>
            </a:pPr>
            <a:endParaRPr lang="en-US" altLang="en-US"/>
          </a:p>
          <a:p>
            <a:pPr eaLnBrk="1" hangingPunct="1">
              <a:buFont typeface="Arial" panose="020B0604020202020204" pitchFamily="34" charset="0"/>
              <a:buNone/>
            </a:pPr>
            <a:endParaRPr lang="en-US" altLang="en-US"/>
          </a:p>
          <a:p>
            <a:pPr eaLnBrk="1" hangingPunct="1">
              <a:buFont typeface="Arial" panose="020B0604020202020204" pitchFamily="34" charset="0"/>
              <a:buNone/>
            </a:pPr>
            <a:endParaRPr lang="en-US" altLang="en-US"/>
          </a:p>
          <a:p>
            <a:pPr eaLnBrk="1" hangingPunct="1">
              <a:buFont typeface="Arial" panose="020B0604020202020204" pitchFamily="34" charset="0"/>
              <a:buNone/>
            </a:pPr>
            <a:endParaRPr lang="en-US" altLang="en-US"/>
          </a:p>
        </p:txBody>
      </p:sp>
      <p:graphicFrame>
        <p:nvGraphicFramePr>
          <p:cNvPr id="4" name="Diagram 3">
            <a:extLst>
              <a:ext uri="{FF2B5EF4-FFF2-40B4-BE49-F238E27FC236}">
                <a16:creationId xmlns:a16="http://schemas.microsoft.com/office/drawing/2014/main" id="{0D999D8F-DB58-4F64-A162-257A417D9CD0}"/>
              </a:ext>
            </a:extLst>
          </p:cNvPr>
          <p:cNvGraphicFramePr/>
          <p:nvPr/>
        </p:nvGraphicFramePr>
        <p:xfrm>
          <a:off x="6705600" y="3093720"/>
          <a:ext cx="4114800" cy="15544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173" name="TextBox 4">
            <a:extLst>
              <a:ext uri="{FF2B5EF4-FFF2-40B4-BE49-F238E27FC236}">
                <a16:creationId xmlns:a16="http://schemas.microsoft.com/office/drawing/2014/main" id="{147E225A-9623-44A5-9145-39B6B4230E42}"/>
              </a:ext>
            </a:extLst>
          </p:cNvPr>
          <p:cNvSpPr txBox="1">
            <a:spLocks noChangeArrowheads="1"/>
          </p:cNvSpPr>
          <p:nvPr/>
        </p:nvSpPr>
        <p:spPr bwMode="auto">
          <a:xfrm>
            <a:off x="8458200" y="2743200"/>
            <a:ext cx="685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alibri" panose="020F0502020204030204" pitchFamily="34" charset="0"/>
              </a:rPr>
              <a:t>Stem</a:t>
            </a:r>
          </a:p>
        </p:txBody>
      </p:sp>
      <p:sp>
        <p:nvSpPr>
          <p:cNvPr id="7174" name="TextBox 5">
            <a:extLst>
              <a:ext uri="{FF2B5EF4-FFF2-40B4-BE49-F238E27FC236}">
                <a16:creationId xmlns:a16="http://schemas.microsoft.com/office/drawing/2014/main" id="{7F32C249-6C16-450A-8CA1-DB35E6D9EAE3}"/>
              </a:ext>
            </a:extLst>
          </p:cNvPr>
          <p:cNvSpPr txBox="1">
            <a:spLocks noChangeArrowheads="1"/>
          </p:cNvSpPr>
          <p:nvPr/>
        </p:nvSpPr>
        <p:spPr bwMode="auto">
          <a:xfrm>
            <a:off x="7467600" y="2982914"/>
            <a:ext cx="7620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alibri" panose="020F0502020204030204" pitchFamily="34" charset="0"/>
              </a:rPr>
              <a:t>Prefix</a:t>
            </a:r>
          </a:p>
        </p:txBody>
      </p:sp>
      <p:sp>
        <p:nvSpPr>
          <p:cNvPr id="7175" name="TextBox 6">
            <a:extLst>
              <a:ext uri="{FF2B5EF4-FFF2-40B4-BE49-F238E27FC236}">
                <a16:creationId xmlns:a16="http://schemas.microsoft.com/office/drawing/2014/main" id="{87F84099-424B-46CB-B5DE-6D535D90B48D}"/>
              </a:ext>
            </a:extLst>
          </p:cNvPr>
          <p:cNvSpPr txBox="1">
            <a:spLocks noChangeArrowheads="1"/>
          </p:cNvSpPr>
          <p:nvPr/>
        </p:nvSpPr>
        <p:spPr bwMode="auto">
          <a:xfrm>
            <a:off x="9296400" y="2971800"/>
            <a:ext cx="838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alibri" panose="020F0502020204030204" pitchFamily="34" charset="0"/>
              </a:rPr>
              <a:t>Suffix</a:t>
            </a:r>
          </a:p>
        </p:txBody>
      </p:sp>
      <p:graphicFrame>
        <p:nvGraphicFramePr>
          <p:cNvPr id="8" name="Content Placeholder 3">
            <a:extLst>
              <a:ext uri="{FF2B5EF4-FFF2-40B4-BE49-F238E27FC236}">
                <a16:creationId xmlns:a16="http://schemas.microsoft.com/office/drawing/2014/main" id="{F45461BC-16DE-4538-A82D-7E7576237AA6}"/>
              </a:ext>
            </a:extLst>
          </p:cNvPr>
          <p:cNvGraphicFramePr>
            <a:graphicFrameLocks/>
          </p:cNvGraphicFramePr>
          <p:nvPr/>
        </p:nvGraphicFramePr>
        <p:xfrm>
          <a:off x="2438400" y="2179638"/>
          <a:ext cx="4876800" cy="4525963"/>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9" name="Explosion 1 8">
            <a:extLst>
              <a:ext uri="{FF2B5EF4-FFF2-40B4-BE49-F238E27FC236}">
                <a16:creationId xmlns:a16="http://schemas.microsoft.com/office/drawing/2014/main" id="{8085E242-36DE-41C2-B65D-9ECE7D433ADA}"/>
              </a:ext>
            </a:extLst>
          </p:cNvPr>
          <p:cNvSpPr/>
          <p:nvPr/>
        </p:nvSpPr>
        <p:spPr>
          <a:xfrm>
            <a:off x="7696200" y="4953000"/>
            <a:ext cx="2438400" cy="1371600"/>
          </a:xfrm>
          <a:prstGeom prst="irregularSeal1">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Affixes in Hindi?</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98282F4B-3C99-4033-8E3E-0CDF61EAA8A0}"/>
              </a:ext>
            </a:extLst>
          </p:cNvPr>
          <p:cNvSpPr>
            <a:spLocks noGrp="1"/>
          </p:cNvSpPr>
          <p:nvPr>
            <p:ph type="title"/>
          </p:nvPr>
        </p:nvSpPr>
        <p:spPr/>
        <p:txBody>
          <a:bodyPr/>
          <a:lstStyle/>
          <a:p>
            <a:pPr eaLnBrk="1" hangingPunct="1"/>
            <a:r>
              <a:rPr lang="en-US" altLang="en-US"/>
              <a:t>Inflection</a:t>
            </a:r>
          </a:p>
        </p:txBody>
      </p:sp>
      <p:sp>
        <p:nvSpPr>
          <p:cNvPr id="9219" name="Content Placeholder 4">
            <a:extLst>
              <a:ext uri="{FF2B5EF4-FFF2-40B4-BE49-F238E27FC236}">
                <a16:creationId xmlns:a16="http://schemas.microsoft.com/office/drawing/2014/main" id="{470F12F2-4C41-489E-9520-41AB98883B75}"/>
              </a:ext>
            </a:extLst>
          </p:cNvPr>
          <p:cNvSpPr>
            <a:spLocks noGrp="1"/>
          </p:cNvSpPr>
          <p:nvPr>
            <p:ph idx="1"/>
          </p:nvPr>
        </p:nvSpPr>
        <p:spPr/>
        <p:txBody>
          <a:bodyPr/>
          <a:lstStyle/>
          <a:p>
            <a:pPr eaLnBrk="1" hangingPunct="1"/>
            <a:r>
              <a:rPr lang="en-US" altLang="en-US"/>
              <a:t>Indicates some grammatical function like</a:t>
            </a:r>
          </a:p>
          <a:p>
            <a:pPr eaLnBrk="1" hangingPunct="1"/>
            <a:endParaRPr lang="en-US" altLang="en-US"/>
          </a:p>
          <a:p>
            <a:pPr eaLnBrk="1" hangingPunct="1"/>
            <a:endParaRPr lang="en-US" altLang="en-US"/>
          </a:p>
          <a:p>
            <a:pPr eaLnBrk="1" hangingPunct="1"/>
            <a:endParaRPr lang="en-US" altLang="en-US"/>
          </a:p>
          <a:p>
            <a:pPr eaLnBrk="1" hangingPunct="1"/>
            <a:endParaRPr lang="en-US" altLang="en-US"/>
          </a:p>
          <a:p>
            <a:pPr eaLnBrk="1" hangingPunct="1"/>
            <a:r>
              <a:rPr lang="en-US" altLang="en-US"/>
              <a:t>Results in a word of the same class</a:t>
            </a:r>
          </a:p>
          <a:p>
            <a:pPr eaLnBrk="1" hangingPunct="1"/>
            <a:r>
              <a:rPr lang="en-US" altLang="en-US"/>
              <a:t>Productivity</a:t>
            </a:r>
          </a:p>
          <a:p>
            <a:pPr lvl="1" eaLnBrk="1" hangingPunct="1">
              <a:buFont typeface="Arial" panose="020B0604020202020204" pitchFamily="34" charset="0"/>
              <a:buNone/>
            </a:pPr>
            <a:endParaRPr lang="en-US" altLang="en-US"/>
          </a:p>
        </p:txBody>
      </p:sp>
      <p:graphicFrame>
        <p:nvGraphicFramePr>
          <p:cNvPr id="4" name="Table 3">
            <a:extLst>
              <a:ext uri="{FF2B5EF4-FFF2-40B4-BE49-F238E27FC236}">
                <a16:creationId xmlns:a16="http://schemas.microsoft.com/office/drawing/2014/main" id="{685A7ADF-06C8-4692-AB5C-F3DF15B5E9F5}"/>
              </a:ext>
            </a:extLst>
          </p:cNvPr>
          <p:cNvGraphicFramePr>
            <a:graphicFrameLocks noGrp="1"/>
          </p:cNvGraphicFramePr>
          <p:nvPr/>
        </p:nvGraphicFramePr>
        <p:xfrm>
          <a:off x="2514600" y="2413000"/>
          <a:ext cx="6096000" cy="1940046"/>
        </p:xfrm>
        <a:graphic>
          <a:graphicData uri="http://schemas.openxmlformats.org/drawingml/2006/table">
            <a:tbl>
              <a:tblPr firstRow="1" bandRow="1">
                <a:tableStyleId>{5940675A-B579-460E-94D1-54222C63F5DA}</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719">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800" dirty="0"/>
                        <a:t>Case</a:t>
                      </a:r>
                    </a:p>
                  </a:txBody>
                  <a:tcPr marT="45705" marB="45705"/>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hi-IN" sz="1800" dirty="0"/>
                        <a:t>लड़का</a:t>
                      </a:r>
                      <a:r>
                        <a:rPr lang="en-US" sz="1800" dirty="0"/>
                        <a:t> (D)</a:t>
                      </a:r>
                    </a:p>
                  </a:txBody>
                  <a:tcPr marT="45705" marB="45705"/>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hi-IN" sz="1800" dirty="0"/>
                        <a:t>लड़के</a:t>
                      </a:r>
                      <a:r>
                        <a:rPr lang="en-US" sz="1800" dirty="0"/>
                        <a:t> (O)</a:t>
                      </a:r>
                      <a:r>
                        <a:rPr lang="hi-IN" sz="1800" dirty="0"/>
                        <a:t> </a:t>
                      </a:r>
                      <a:endParaRPr lang="en-US" sz="1800" dirty="0"/>
                    </a:p>
                  </a:txBody>
                  <a:tcPr marT="45705" marB="45705"/>
                </a:tc>
                <a:extLst>
                  <a:ext uri="{0D108BD9-81ED-4DB2-BD59-A6C34878D82A}">
                    <a16:rowId xmlns:a16="http://schemas.microsoft.com/office/drawing/2014/main" val="10000"/>
                  </a:ext>
                </a:extLst>
              </a:tr>
              <a:tr h="370719">
                <a:tc>
                  <a:txBody>
                    <a:bodyPr/>
                    <a:lstStyle/>
                    <a:p>
                      <a:r>
                        <a:rPr lang="en-US" sz="1800" dirty="0"/>
                        <a:t>Number</a:t>
                      </a:r>
                    </a:p>
                  </a:txBody>
                  <a:tcPr marT="45705" marB="45705"/>
                </a:tc>
                <a:tc>
                  <a:txBody>
                    <a:bodyPr/>
                    <a:lstStyle/>
                    <a:p>
                      <a:r>
                        <a:rPr lang="hi-IN" sz="1800" dirty="0"/>
                        <a:t>लड़का</a:t>
                      </a:r>
                      <a:r>
                        <a:rPr lang="en-US" sz="1800" dirty="0"/>
                        <a:t> (</a:t>
                      </a:r>
                      <a:r>
                        <a:rPr lang="en-US" sz="1800" dirty="0" err="1"/>
                        <a:t>Sg</a:t>
                      </a:r>
                      <a:r>
                        <a:rPr lang="en-US" sz="1800" dirty="0"/>
                        <a:t>)</a:t>
                      </a:r>
                    </a:p>
                  </a:txBody>
                  <a:tcPr marT="45705" marB="45705"/>
                </a:tc>
                <a:tc>
                  <a:txBody>
                    <a:bodyPr/>
                    <a:lstStyle/>
                    <a:p>
                      <a:r>
                        <a:rPr lang="hi-IN" sz="1800" dirty="0"/>
                        <a:t>लड़के</a:t>
                      </a:r>
                      <a:r>
                        <a:rPr lang="en-US" sz="1800" dirty="0"/>
                        <a:t> (Pl)</a:t>
                      </a:r>
                    </a:p>
                  </a:txBody>
                  <a:tcPr marT="45705" marB="45705"/>
                </a:tc>
                <a:extLst>
                  <a:ext uri="{0D108BD9-81ED-4DB2-BD59-A6C34878D82A}">
                    <a16:rowId xmlns:a16="http://schemas.microsoft.com/office/drawing/2014/main" val="10001"/>
                  </a:ext>
                </a:extLst>
              </a:tr>
              <a:tr h="457050">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800" dirty="0"/>
                        <a:t>Person</a:t>
                      </a:r>
                    </a:p>
                  </a:txBody>
                  <a:tcPr marT="45705" marB="45705"/>
                </a:tc>
                <a:tc>
                  <a:txBody>
                    <a:bodyPr/>
                    <a:lstStyle/>
                    <a:p>
                      <a:r>
                        <a:rPr lang="hi-IN" sz="1800" dirty="0"/>
                        <a:t>जाऊँगा</a:t>
                      </a:r>
                      <a:r>
                        <a:rPr lang="en-US" sz="1800" dirty="0"/>
                        <a:t> (1</a:t>
                      </a:r>
                      <a:r>
                        <a:rPr lang="en-US" sz="2400" dirty="0"/>
                        <a:t>st</a:t>
                      </a:r>
                      <a:r>
                        <a:rPr lang="en-US" sz="1800" dirty="0"/>
                        <a:t>)</a:t>
                      </a:r>
                    </a:p>
                  </a:txBody>
                  <a:tcPr marT="45705" marB="45705"/>
                </a:tc>
                <a:tc>
                  <a:txBody>
                    <a:bodyPr/>
                    <a:lstStyle/>
                    <a:p>
                      <a:r>
                        <a:rPr lang="hi-IN" sz="1800" dirty="0"/>
                        <a:t>जाओगे</a:t>
                      </a:r>
                      <a:r>
                        <a:rPr lang="en-US" sz="1800" dirty="0"/>
                        <a:t> (2</a:t>
                      </a:r>
                      <a:r>
                        <a:rPr lang="en-US" sz="2000" dirty="0"/>
                        <a:t>nd</a:t>
                      </a:r>
                      <a:r>
                        <a:rPr lang="en-US" sz="1800" dirty="0"/>
                        <a:t>)</a:t>
                      </a:r>
                    </a:p>
                  </a:txBody>
                  <a:tcPr marT="45705" marB="45705"/>
                </a:tc>
                <a:extLst>
                  <a:ext uri="{0D108BD9-81ED-4DB2-BD59-A6C34878D82A}">
                    <a16:rowId xmlns:a16="http://schemas.microsoft.com/office/drawing/2014/main" val="10002"/>
                  </a:ext>
                </a:extLst>
              </a:tr>
              <a:tr h="370719">
                <a:tc>
                  <a:txBody>
                    <a:bodyPr/>
                    <a:lstStyle/>
                    <a:p>
                      <a:r>
                        <a:rPr lang="en-US" sz="1800" dirty="0"/>
                        <a:t>Gender</a:t>
                      </a:r>
                    </a:p>
                  </a:txBody>
                  <a:tcPr marT="45705" marB="45705"/>
                </a:tc>
                <a:tc>
                  <a:txBody>
                    <a:bodyPr/>
                    <a:lstStyle/>
                    <a:p>
                      <a:r>
                        <a:rPr lang="hi-IN" sz="1800" dirty="0"/>
                        <a:t>जाऊँगा</a:t>
                      </a:r>
                      <a:r>
                        <a:rPr lang="en-US" sz="1800" dirty="0"/>
                        <a:t>(</a:t>
                      </a:r>
                      <a:r>
                        <a:rPr lang="en-US" sz="1800" dirty="0" err="1"/>
                        <a:t>Masc</a:t>
                      </a:r>
                      <a:r>
                        <a:rPr lang="en-US" sz="1800" dirty="0"/>
                        <a:t>)</a:t>
                      </a:r>
                    </a:p>
                  </a:txBody>
                  <a:tcPr marT="45705" marB="45705"/>
                </a:tc>
                <a:tc>
                  <a:txBody>
                    <a:bodyPr/>
                    <a:lstStyle/>
                    <a:p>
                      <a:r>
                        <a:rPr lang="hi-IN" sz="1800" dirty="0"/>
                        <a:t>जाऊँगी</a:t>
                      </a:r>
                      <a:r>
                        <a:rPr lang="en-US" sz="1800" dirty="0"/>
                        <a:t> (Fem)</a:t>
                      </a:r>
                    </a:p>
                  </a:txBody>
                  <a:tcPr marT="45705" marB="45705"/>
                </a:tc>
                <a:extLst>
                  <a:ext uri="{0D108BD9-81ED-4DB2-BD59-A6C34878D82A}">
                    <a16:rowId xmlns:a16="http://schemas.microsoft.com/office/drawing/2014/main" val="10003"/>
                  </a:ext>
                </a:extLst>
              </a:tr>
              <a:tr h="370719">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800" dirty="0"/>
                        <a:t>Tense</a:t>
                      </a:r>
                    </a:p>
                  </a:txBody>
                  <a:tcPr marT="45705" marB="45705"/>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hi-IN" sz="1800" dirty="0"/>
                        <a:t>गया</a:t>
                      </a:r>
                      <a:r>
                        <a:rPr lang="en-US" sz="1800" dirty="0"/>
                        <a:t>(Pas)</a:t>
                      </a:r>
                    </a:p>
                  </a:txBody>
                  <a:tcPr marT="45705" marB="45705"/>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hi-IN" sz="1800" dirty="0"/>
                        <a:t>जाऊँगी</a:t>
                      </a:r>
                      <a:r>
                        <a:rPr lang="en-US" sz="1800" dirty="0"/>
                        <a:t> (Fem)</a:t>
                      </a:r>
                    </a:p>
                  </a:txBody>
                  <a:tcPr marT="45705" marB="45705"/>
                </a:tc>
                <a:extLst>
                  <a:ext uri="{0D108BD9-81ED-4DB2-BD59-A6C34878D82A}">
                    <a16:rowId xmlns:a16="http://schemas.microsoft.com/office/drawing/2014/main" val="10004"/>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0E5F43DD-E8FB-4D3F-818C-71134348D589}"/>
              </a:ext>
            </a:extLst>
          </p:cNvPr>
          <p:cNvSpPr>
            <a:spLocks noGrp="1"/>
          </p:cNvSpPr>
          <p:nvPr>
            <p:ph type="title"/>
          </p:nvPr>
        </p:nvSpPr>
        <p:spPr/>
        <p:txBody>
          <a:bodyPr/>
          <a:lstStyle/>
          <a:p>
            <a:pPr eaLnBrk="1" hangingPunct="1"/>
            <a:r>
              <a:rPr lang="en-US" altLang="en-US"/>
              <a:t>Derivation</a:t>
            </a:r>
          </a:p>
        </p:txBody>
      </p:sp>
      <p:sp>
        <p:nvSpPr>
          <p:cNvPr id="5" name="Content Placeholder 4">
            <a:extLst>
              <a:ext uri="{FF2B5EF4-FFF2-40B4-BE49-F238E27FC236}">
                <a16:creationId xmlns:a16="http://schemas.microsoft.com/office/drawing/2014/main" id="{F1F25407-B9D2-4E20-880C-7D1425330AA7}"/>
              </a:ext>
            </a:extLst>
          </p:cNvPr>
          <p:cNvSpPr>
            <a:spLocks noGrp="1"/>
          </p:cNvSpPr>
          <p:nvPr>
            <p:ph idx="1"/>
          </p:nvPr>
        </p:nvSpPr>
        <p:spPr/>
        <p:txBody>
          <a:bodyPr rtlCol="0">
            <a:normAutofit/>
          </a:bodyPr>
          <a:lstStyle/>
          <a:p>
            <a:pPr>
              <a:buFont typeface="Arial" charset="0"/>
              <a:buChar char="•"/>
              <a:defRPr/>
            </a:pPr>
            <a:r>
              <a:rPr lang="en-US" dirty="0"/>
              <a:t>Usually, results in a word of a different class</a:t>
            </a:r>
          </a:p>
          <a:p>
            <a:pPr lvl="1">
              <a:defRPr/>
            </a:pPr>
            <a:r>
              <a:rPr lang="en-US" dirty="0"/>
              <a:t>-able when attached to a verb gives an adjective</a:t>
            </a:r>
          </a:p>
          <a:p>
            <a:pPr lvl="1">
              <a:defRPr/>
            </a:pPr>
            <a:r>
              <a:rPr lang="en-US" dirty="0"/>
              <a:t>read (V) + -able =  readable (</a:t>
            </a:r>
            <a:r>
              <a:rPr lang="en-US" dirty="0" err="1"/>
              <a:t>Adj</a:t>
            </a:r>
            <a:r>
              <a:rPr lang="en-US" dirty="0"/>
              <a:t>)</a:t>
            </a:r>
          </a:p>
          <a:p>
            <a:pPr>
              <a:buFont typeface="Arial" charset="0"/>
              <a:buChar char="•"/>
              <a:defRPr/>
            </a:pPr>
            <a:r>
              <a:rPr lang="en-US" dirty="0"/>
              <a:t>Often meaning of the derived word is difficult to predict exactly</a:t>
            </a:r>
          </a:p>
          <a:p>
            <a:pPr lvl="1">
              <a:defRPr/>
            </a:pPr>
            <a:r>
              <a:rPr lang="en-US" dirty="0"/>
              <a:t>writer :: writer (one who writes)</a:t>
            </a:r>
          </a:p>
          <a:p>
            <a:pPr lvl="1">
              <a:defRPr/>
            </a:pPr>
            <a:r>
              <a:rPr lang="en-US" dirty="0"/>
              <a:t>paint :: painter (one who paints)</a:t>
            </a:r>
          </a:p>
          <a:p>
            <a:pPr lvl="1">
              <a:defRPr/>
            </a:pPr>
            <a:r>
              <a:rPr lang="en-US" dirty="0"/>
              <a:t>cut :: cutter? (an instrument used to cut)</a:t>
            </a:r>
          </a:p>
          <a:p>
            <a:pPr eaLnBrk="1" hangingPunct="1">
              <a:buFont typeface="Arial" charset="0"/>
              <a:buChar char="•"/>
              <a:defRPr/>
            </a:pPr>
            <a:r>
              <a:rPr lang="en-US" dirty="0"/>
              <a:t>Less productive</a:t>
            </a:r>
          </a:p>
          <a:p>
            <a:pPr lvl="1" eaLnBrk="1" hangingPunct="1">
              <a:buFont typeface="Arial" charset="0"/>
              <a:buChar char="–"/>
              <a:defRPr/>
            </a:pPr>
            <a:r>
              <a:rPr lang="en-US" dirty="0"/>
              <a:t>eatable :: readable :: </a:t>
            </a:r>
            <a:r>
              <a:rPr lang="en-US" dirty="0" err="1"/>
              <a:t>runnable</a:t>
            </a:r>
            <a:r>
              <a:rPr lang="en-US" dirty="0"/>
              <a:t>?</a:t>
            </a:r>
          </a:p>
          <a:p>
            <a:pPr lvl="1">
              <a:defRPr/>
            </a:pP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BE8D3-9995-49DB-BB08-2F349B654D5E}"/>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4F978C9A-5D20-4CF0-A8B0-CD40A0987BE9}"/>
              </a:ext>
            </a:extLst>
          </p:cNvPr>
          <p:cNvSpPr>
            <a:spLocks noGrp="1"/>
          </p:cNvSpPr>
          <p:nvPr>
            <p:ph type="subTitle" idx="1"/>
          </p:nvPr>
        </p:nvSpPr>
        <p:spPr/>
        <p:txBody>
          <a:bodyPr/>
          <a:lstStyle/>
          <a:p>
            <a:endParaRPr lang="en-IN"/>
          </a:p>
        </p:txBody>
      </p:sp>
      <p:pic>
        <p:nvPicPr>
          <p:cNvPr id="5" name="Picture 4">
            <a:extLst>
              <a:ext uri="{FF2B5EF4-FFF2-40B4-BE49-F238E27FC236}">
                <a16:creationId xmlns:a16="http://schemas.microsoft.com/office/drawing/2014/main" id="{3BFBC5AF-F190-447A-82B4-0714C517366A}"/>
              </a:ext>
            </a:extLst>
          </p:cNvPr>
          <p:cNvPicPr>
            <a:picLocks noChangeAspect="1"/>
          </p:cNvPicPr>
          <p:nvPr/>
        </p:nvPicPr>
        <p:blipFill>
          <a:blip r:embed="rId2"/>
          <a:stretch>
            <a:fillRect/>
          </a:stretch>
        </p:blipFill>
        <p:spPr>
          <a:xfrm>
            <a:off x="966651" y="822961"/>
            <a:ext cx="9548949" cy="5342708"/>
          </a:xfrm>
          <a:prstGeom prst="rect">
            <a:avLst/>
          </a:prstGeom>
        </p:spPr>
      </p:pic>
    </p:spTree>
    <p:extLst>
      <p:ext uri="{BB962C8B-B14F-4D97-AF65-F5344CB8AC3E}">
        <p14:creationId xmlns:p14="http://schemas.microsoft.com/office/powerpoint/2010/main" val="32126969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FCB1C-D828-4B69-9D4D-07D50350A88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45C7B57-7401-4B79-AAF3-C41D40CC6528}"/>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A29FA5F0-5D0E-428F-87B8-71C85AB3C4B4}"/>
              </a:ext>
            </a:extLst>
          </p:cNvPr>
          <p:cNvPicPr>
            <a:picLocks noChangeAspect="1"/>
          </p:cNvPicPr>
          <p:nvPr/>
        </p:nvPicPr>
        <p:blipFill rotWithShape="1">
          <a:blip r:embed="rId2"/>
          <a:srcRect l="9355" t="44478" r="9733" b="18774"/>
          <a:stretch/>
        </p:blipFill>
        <p:spPr>
          <a:xfrm>
            <a:off x="561697" y="1345472"/>
            <a:ext cx="11093421" cy="3960000"/>
          </a:xfrm>
          <a:prstGeom prst="rect">
            <a:avLst/>
          </a:prstGeom>
        </p:spPr>
      </p:pic>
    </p:spTree>
    <p:extLst>
      <p:ext uri="{BB962C8B-B14F-4D97-AF65-F5344CB8AC3E}">
        <p14:creationId xmlns:p14="http://schemas.microsoft.com/office/powerpoint/2010/main" val="15555996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BDE2B-DD55-406C-85DC-29C05BD4464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0A1E164-9A60-432E-8988-B6FEABC246DE}"/>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B6774AA8-96BD-4F34-A3A2-55E64A12B23D}"/>
              </a:ext>
            </a:extLst>
          </p:cNvPr>
          <p:cNvPicPr>
            <a:picLocks noChangeAspect="1"/>
          </p:cNvPicPr>
          <p:nvPr/>
        </p:nvPicPr>
        <p:blipFill rotWithShape="1">
          <a:blip r:embed="rId2"/>
          <a:srcRect l="9322" t="44569" r="10107" b="24940"/>
          <a:stretch/>
        </p:blipFill>
        <p:spPr>
          <a:xfrm>
            <a:off x="222072" y="1397725"/>
            <a:ext cx="11674801" cy="3030584"/>
          </a:xfrm>
          <a:prstGeom prst="rect">
            <a:avLst/>
          </a:prstGeom>
        </p:spPr>
      </p:pic>
    </p:spTree>
    <p:extLst>
      <p:ext uri="{BB962C8B-B14F-4D97-AF65-F5344CB8AC3E}">
        <p14:creationId xmlns:p14="http://schemas.microsoft.com/office/powerpoint/2010/main" val="25717001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88BFF-A518-4D4E-8A6A-AF0AF92F849A}"/>
              </a:ext>
            </a:extLst>
          </p:cNvPr>
          <p:cNvSpPr>
            <a:spLocks noGrp="1"/>
          </p:cNvSpPr>
          <p:nvPr>
            <p:ph type="title"/>
          </p:nvPr>
        </p:nvSpPr>
        <p:spPr/>
        <p:txBody>
          <a:bodyPr/>
          <a:lstStyle/>
          <a:p>
            <a:r>
              <a:rPr lang="en-US" dirty="0"/>
              <a:t>Problems in morphological analysis</a:t>
            </a:r>
            <a:endParaRPr lang="en-IN" dirty="0"/>
          </a:p>
        </p:txBody>
      </p:sp>
      <p:sp>
        <p:nvSpPr>
          <p:cNvPr id="3" name="Content Placeholder 2">
            <a:extLst>
              <a:ext uri="{FF2B5EF4-FFF2-40B4-BE49-F238E27FC236}">
                <a16:creationId xmlns:a16="http://schemas.microsoft.com/office/drawing/2014/main" id="{71EF3E3A-229F-4135-B635-7AC982460AAE}"/>
              </a:ext>
            </a:extLst>
          </p:cNvPr>
          <p:cNvSpPr>
            <a:spLocks noGrp="1"/>
          </p:cNvSpPr>
          <p:nvPr>
            <p:ph idx="1"/>
          </p:nvPr>
        </p:nvSpPr>
        <p:spPr/>
        <p:txBody>
          <a:bodyPr/>
          <a:lstStyle/>
          <a:p>
            <a:r>
              <a:rPr lang="en-US" dirty="0"/>
              <a:t>Productivity</a:t>
            </a:r>
          </a:p>
          <a:p>
            <a:r>
              <a:rPr lang="en-US" dirty="0"/>
              <a:t>False Analysis</a:t>
            </a:r>
          </a:p>
          <a:p>
            <a:r>
              <a:rPr lang="en-US" dirty="0"/>
              <a:t>Bound based morphemes</a:t>
            </a:r>
            <a:endParaRPr lang="en-IN" dirty="0"/>
          </a:p>
        </p:txBody>
      </p:sp>
      <p:sp>
        <p:nvSpPr>
          <p:cNvPr id="5" name="TextBox 4">
            <a:extLst>
              <a:ext uri="{FF2B5EF4-FFF2-40B4-BE49-F238E27FC236}">
                <a16:creationId xmlns:a16="http://schemas.microsoft.com/office/drawing/2014/main" id="{2470C4B8-055B-470A-9601-5879CA3A8843}"/>
              </a:ext>
            </a:extLst>
          </p:cNvPr>
          <p:cNvSpPr txBox="1"/>
          <p:nvPr/>
        </p:nvSpPr>
        <p:spPr>
          <a:xfrm>
            <a:off x="352697" y="5388570"/>
            <a:ext cx="12331337" cy="646331"/>
          </a:xfrm>
          <a:prstGeom prst="rect">
            <a:avLst/>
          </a:prstGeom>
          <a:noFill/>
        </p:spPr>
        <p:txBody>
          <a:bodyPr wrap="square">
            <a:spAutoFit/>
          </a:bodyPr>
          <a:lstStyle/>
          <a:p>
            <a:pPr eaLnBrk="1" hangingPunct="1"/>
            <a:r>
              <a:rPr lang="en-US" altLang="en-US" sz="1800" dirty="0"/>
              <a:t>“Linguistics, An Introduction to Language and Communication” by Adrian </a:t>
            </a:r>
            <a:r>
              <a:rPr lang="en-US" altLang="en-US" sz="1800" dirty="0" err="1"/>
              <a:t>Akmajian</a:t>
            </a:r>
            <a:r>
              <a:rPr lang="en-US" altLang="en-US" sz="1800" dirty="0"/>
              <a:t>, Richard A. Demers, Ann K. Farmer and Robert M. Harnish (5th Edition), </a:t>
            </a:r>
            <a:r>
              <a:rPr lang="en-US" altLang="en-US" sz="1800" dirty="0" err="1"/>
              <a:t>pg</a:t>
            </a:r>
            <a:r>
              <a:rPr lang="en-US" altLang="en-US" sz="1800" dirty="0"/>
              <a:t> 46 onwards</a:t>
            </a:r>
          </a:p>
        </p:txBody>
      </p:sp>
    </p:spTree>
    <p:extLst>
      <p:ext uri="{BB962C8B-B14F-4D97-AF65-F5344CB8AC3E}">
        <p14:creationId xmlns:p14="http://schemas.microsoft.com/office/powerpoint/2010/main" val="18762544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0E955FC6-6F48-4618-BFDE-2BB0BE135C23}"/>
              </a:ext>
            </a:extLst>
          </p:cNvPr>
          <p:cNvSpPr>
            <a:spLocks noGrp="1"/>
          </p:cNvSpPr>
          <p:nvPr>
            <p:ph type="title"/>
          </p:nvPr>
        </p:nvSpPr>
        <p:spPr/>
        <p:txBody>
          <a:bodyPr/>
          <a:lstStyle/>
          <a:p>
            <a:pPr eaLnBrk="1" hangingPunct="1"/>
            <a:r>
              <a:rPr lang="en-US" altLang="en-US"/>
              <a:t>Productivity</a:t>
            </a:r>
          </a:p>
        </p:txBody>
      </p:sp>
      <p:sp>
        <p:nvSpPr>
          <p:cNvPr id="12291" name="Content Placeholder 2">
            <a:extLst>
              <a:ext uri="{FF2B5EF4-FFF2-40B4-BE49-F238E27FC236}">
                <a16:creationId xmlns:a16="http://schemas.microsoft.com/office/drawing/2014/main" id="{D71A50B2-94A7-4D08-BA51-842646A39812}"/>
              </a:ext>
            </a:extLst>
          </p:cNvPr>
          <p:cNvSpPr>
            <a:spLocks noGrp="1"/>
          </p:cNvSpPr>
          <p:nvPr>
            <p:ph sz="quarter" idx="1"/>
          </p:nvPr>
        </p:nvSpPr>
        <p:spPr>
          <a:xfrm>
            <a:off x="838200" y="1554480"/>
            <a:ext cx="10515600" cy="4622483"/>
          </a:xfrm>
        </p:spPr>
        <p:txBody>
          <a:bodyPr/>
          <a:lstStyle/>
          <a:p>
            <a:pPr eaLnBrk="1" hangingPunct="1"/>
            <a:r>
              <a:rPr lang="en-US" altLang="en-US" sz="2400" dirty="0"/>
              <a:t>Property of a morphological process to give rise to new formations on a systematic basis</a:t>
            </a:r>
          </a:p>
          <a:p>
            <a:pPr eaLnBrk="1" hangingPunct="1">
              <a:buFont typeface="Wingdings 2" panose="05020102010507070707" pitchFamily="18" charset="2"/>
              <a:buNone/>
            </a:pPr>
            <a:endParaRPr lang="en-US" altLang="en-US" sz="2400" dirty="0"/>
          </a:p>
          <a:p>
            <a:pPr eaLnBrk="1" hangingPunct="1">
              <a:buFont typeface="Wingdings 2" panose="05020102010507070707" pitchFamily="18" charset="2"/>
              <a:buNone/>
            </a:pPr>
            <a:endParaRPr lang="en-US" altLang="en-US" sz="2400" dirty="0"/>
          </a:p>
          <a:p>
            <a:pPr eaLnBrk="1" hangingPunct="1">
              <a:buFont typeface="Wingdings 2" panose="05020102010507070707" pitchFamily="18" charset="2"/>
              <a:buNone/>
            </a:pPr>
            <a:r>
              <a:rPr lang="en-US" altLang="en-US" sz="2400" dirty="0"/>
              <a:t>	</a:t>
            </a:r>
          </a:p>
          <a:p>
            <a:pPr eaLnBrk="1" hangingPunct="1">
              <a:buFont typeface="Wingdings 2" panose="05020102010507070707" pitchFamily="18" charset="2"/>
              <a:buNone/>
            </a:pPr>
            <a:endParaRPr lang="en-US" altLang="en-US" sz="2400" dirty="0"/>
          </a:p>
          <a:p>
            <a:pPr eaLnBrk="1" hangingPunct="1"/>
            <a:r>
              <a:rPr lang="en-US" altLang="en-US" sz="2400" dirty="0"/>
              <a:t>Exceptions</a:t>
            </a:r>
          </a:p>
          <a:p>
            <a:pPr eaLnBrk="1" hangingPunct="1">
              <a:buFont typeface="Wingdings 2" panose="05020102010507070707" pitchFamily="18" charset="2"/>
              <a:buNone/>
            </a:pPr>
            <a:endParaRPr lang="en-US" altLang="en-US" sz="2400" dirty="0"/>
          </a:p>
          <a:p>
            <a:pPr lvl="1" eaLnBrk="1" hangingPunct="1"/>
            <a:endParaRPr lang="en-US" altLang="en-US" dirty="0"/>
          </a:p>
          <a:p>
            <a:pPr lvl="1" eaLnBrk="1" hangingPunct="1"/>
            <a:endParaRPr lang="en-US" altLang="en-US" dirty="0"/>
          </a:p>
        </p:txBody>
      </p:sp>
      <p:graphicFrame>
        <p:nvGraphicFramePr>
          <p:cNvPr id="7" name="Diagram 6">
            <a:extLst>
              <a:ext uri="{FF2B5EF4-FFF2-40B4-BE49-F238E27FC236}">
                <a16:creationId xmlns:a16="http://schemas.microsoft.com/office/drawing/2014/main" id="{1C2CC86D-7AC1-41F0-B157-65DE6D12F813}"/>
              </a:ext>
            </a:extLst>
          </p:cNvPr>
          <p:cNvGraphicFramePr/>
          <p:nvPr/>
        </p:nvGraphicFramePr>
        <p:xfrm>
          <a:off x="1524000" y="2362200"/>
          <a:ext cx="7086600" cy="838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9" name="Diagram 8">
            <a:extLst>
              <a:ext uri="{FF2B5EF4-FFF2-40B4-BE49-F238E27FC236}">
                <a16:creationId xmlns:a16="http://schemas.microsoft.com/office/drawing/2014/main" id="{5A508DDF-FD1A-4552-B21D-17A8BEDE831C}"/>
              </a:ext>
            </a:extLst>
          </p:cNvPr>
          <p:cNvGraphicFramePr/>
          <p:nvPr/>
        </p:nvGraphicFramePr>
        <p:xfrm>
          <a:off x="1905000" y="3352800"/>
          <a:ext cx="6400800" cy="8382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10" name="Table 9">
            <a:extLst>
              <a:ext uri="{FF2B5EF4-FFF2-40B4-BE49-F238E27FC236}">
                <a16:creationId xmlns:a16="http://schemas.microsoft.com/office/drawing/2014/main" id="{9D646076-EF08-422D-87AB-5C9047BC4E24}"/>
              </a:ext>
            </a:extLst>
          </p:cNvPr>
          <p:cNvGraphicFramePr>
            <a:graphicFrameLocks noGrp="1"/>
          </p:cNvGraphicFramePr>
          <p:nvPr/>
        </p:nvGraphicFramePr>
        <p:xfrm>
          <a:off x="2819400" y="4754563"/>
          <a:ext cx="6096000" cy="1112838"/>
        </p:xfrm>
        <a:graphic>
          <a:graphicData uri="http://schemas.openxmlformats.org/drawingml/2006/table">
            <a:tbl>
              <a:tblPr firstRow="1" bandRow="1">
                <a:tableStyleId>{5940675A-B579-460E-94D1-54222C63F5DA}</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946">
                <a:tc>
                  <a:txBody>
                    <a:bodyPr/>
                    <a:lstStyle/>
                    <a:p>
                      <a:r>
                        <a:rPr lang="en-US" sz="1400" dirty="0"/>
                        <a:t>Peaceable</a:t>
                      </a:r>
                      <a:endParaRPr lang="en-US" sz="1400" b="0" dirty="0"/>
                    </a:p>
                  </a:txBody>
                  <a:tcPr marT="45733" marB="45733"/>
                </a:tc>
                <a:tc>
                  <a:txBody>
                    <a:bodyPr/>
                    <a:lstStyle/>
                    <a:p>
                      <a:r>
                        <a:rPr lang="en-US" sz="1400" dirty="0"/>
                        <a:t>Actionable</a:t>
                      </a:r>
                      <a:endParaRPr lang="en-US" sz="1400" b="0" dirty="0"/>
                    </a:p>
                  </a:txBody>
                  <a:tcPr marT="45733" marB="45733"/>
                </a:tc>
                <a:tc>
                  <a:txBody>
                    <a:bodyPr/>
                    <a:lstStyle/>
                    <a:p>
                      <a:r>
                        <a:rPr lang="en-US" sz="1400" dirty="0"/>
                        <a:t>Companionable</a:t>
                      </a:r>
                      <a:endParaRPr lang="en-US" sz="1400" b="0" dirty="0"/>
                    </a:p>
                  </a:txBody>
                  <a:tcPr marT="45733" marB="45733"/>
                </a:tc>
                <a:extLst>
                  <a:ext uri="{0D108BD9-81ED-4DB2-BD59-A6C34878D82A}">
                    <a16:rowId xmlns:a16="http://schemas.microsoft.com/office/drawing/2014/main" val="10000"/>
                  </a:ext>
                </a:extLst>
              </a:tr>
              <a:tr h="370946">
                <a:tc>
                  <a:txBody>
                    <a:bodyPr/>
                    <a:lstStyle/>
                    <a:p>
                      <a:r>
                        <a:rPr lang="en-US" sz="1400" dirty="0"/>
                        <a:t>Saleable</a:t>
                      </a:r>
                    </a:p>
                  </a:txBody>
                  <a:tcPr marT="45733" marB="45733"/>
                </a:tc>
                <a:tc>
                  <a:txBody>
                    <a:bodyPr/>
                    <a:lstStyle/>
                    <a:p>
                      <a:r>
                        <a:rPr lang="en-US" sz="1400" dirty="0"/>
                        <a:t>Marriageable</a:t>
                      </a:r>
                    </a:p>
                  </a:txBody>
                  <a:tcPr marT="45733" marB="45733"/>
                </a:tc>
                <a:tc>
                  <a:txBody>
                    <a:bodyPr/>
                    <a:lstStyle/>
                    <a:p>
                      <a:r>
                        <a:rPr lang="en-US" sz="1400" dirty="0"/>
                        <a:t>Reasonable</a:t>
                      </a:r>
                    </a:p>
                  </a:txBody>
                  <a:tcPr marT="45733" marB="45733"/>
                </a:tc>
                <a:extLst>
                  <a:ext uri="{0D108BD9-81ED-4DB2-BD59-A6C34878D82A}">
                    <a16:rowId xmlns:a16="http://schemas.microsoft.com/office/drawing/2014/main" val="10001"/>
                  </a:ext>
                </a:extLst>
              </a:tr>
              <a:tr h="370946">
                <a:tc>
                  <a:txBody>
                    <a:bodyPr/>
                    <a:lstStyle/>
                    <a:p>
                      <a:r>
                        <a:rPr lang="en-US" sz="1400" dirty="0"/>
                        <a:t>Impressionable</a:t>
                      </a:r>
                    </a:p>
                  </a:txBody>
                  <a:tcPr marT="45733" marB="45733"/>
                </a:tc>
                <a:tc>
                  <a:txBody>
                    <a:bodyPr/>
                    <a:lstStyle/>
                    <a:p>
                      <a:r>
                        <a:rPr lang="en-US" sz="1400" dirty="0"/>
                        <a:t>Fashionable</a:t>
                      </a:r>
                    </a:p>
                  </a:txBody>
                  <a:tcPr marT="45733" marB="45733"/>
                </a:tc>
                <a:tc>
                  <a:txBody>
                    <a:bodyPr/>
                    <a:lstStyle/>
                    <a:p>
                      <a:r>
                        <a:rPr lang="en-US" sz="1400" dirty="0"/>
                        <a:t>knowledgeable</a:t>
                      </a:r>
                    </a:p>
                  </a:txBody>
                  <a:tcPr marT="45733" marB="45733"/>
                </a:tc>
                <a:extLst>
                  <a:ext uri="{0D108BD9-81ED-4DB2-BD59-A6C34878D82A}">
                    <a16:rowId xmlns:a16="http://schemas.microsoft.com/office/drawing/2014/main" val="10002"/>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D3E2B-502C-4646-9A48-85E61E202E09}"/>
              </a:ext>
            </a:extLst>
          </p:cNvPr>
          <p:cNvSpPr>
            <a:spLocks noGrp="1"/>
          </p:cNvSpPr>
          <p:nvPr>
            <p:ph type="title"/>
          </p:nvPr>
        </p:nvSpPr>
        <p:spPr/>
        <p:txBody>
          <a:bodyPr/>
          <a:lstStyle/>
          <a:p>
            <a:r>
              <a:rPr lang="en-US" dirty="0"/>
              <a:t>Productivity</a:t>
            </a:r>
            <a:endParaRPr lang="en-IN" dirty="0"/>
          </a:p>
        </p:txBody>
      </p:sp>
      <p:sp>
        <p:nvSpPr>
          <p:cNvPr id="3" name="Content Placeholder 2">
            <a:extLst>
              <a:ext uri="{FF2B5EF4-FFF2-40B4-BE49-F238E27FC236}">
                <a16:creationId xmlns:a16="http://schemas.microsoft.com/office/drawing/2014/main" id="{B66D3E76-4CA7-4DE7-A9E4-D2A53632E7DD}"/>
              </a:ext>
            </a:extLst>
          </p:cNvPr>
          <p:cNvSpPr>
            <a:spLocks noGrp="1"/>
          </p:cNvSpPr>
          <p:nvPr>
            <p:ph idx="1"/>
          </p:nvPr>
        </p:nvSpPr>
        <p:spPr/>
        <p:txBody>
          <a:bodyPr>
            <a:normAutofit/>
          </a:bodyPr>
          <a:lstStyle/>
          <a:p>
            <a:pPr algn="l"/>
            <a:r>
              <a:rPr lang="en-IN" sz="4000" b="0" i="0" u="none" strike="noStrike" baseline="0" dirty="0">
                <a:latin typeface="AdvP497E2"/>
              </a:rPr>
              <a:t>T</a:t>
            </a:r>
            <a:r>
              <a:rPr lang="en-US" sz="4000" b="0" i="0" u="none" strike="noStrike" baseline="0" dirty="0">
                <a:latin typeface="AdvP497E2"/>
              </a:rPr>
              <a:t>he attachment of -</a:t>
            </a:r>
            <a:r>
              <a:rPr lang="en-US" sz="4000" b="0" i="0" u="none" strike="noStrike" baseline="0" dirty="0">
                <a:latin typeface="Advp497e3"/>
              </a:rPr>
              <a:t>able </a:t>
            </a:r>
            <a:r>
              <a:rPr lang="en-US" sz="4000" b="0" i="0" u="none" strike="noStrike" baseline="0" dirty="0">
                <a:latin typeface="AdvP497E2"/>
              </a:rPr>
              <a:t>to transitive verbs is </a:t>
            </a:r>
            <a:r>
              <a:rPr lang="en-US" sz="4000" b="0" i="0" u="none" strike="noStrike" baseline="0" dirty="0">
                <a:latin typeface="Advp497e3"/>
              </a:rPr>
              <a:t>productive</a:t>
            </a:r>
            <a:r>
              <a:rPr lang="en-US" sz="4000" b="0" i="0" u="none" strike="noStrike" baseline="0" dirty="0">
                <a:latin typeface="AdvP497E2"/>
              </a:rPr>
              <a:t>—that is, it happens quite freely—but its attachment to nouns is </a:t>
            </a:r>
            <a:r>
              <a:rPr lang="en-US" sz="4000" b="0" i="0" u="none" strike="noStrike" baseline="0" dirty="0">
                <a:latin typeface="Advp497e3"/>
              </a:rPr>
              <a:t>not productive</a:t>
            </a:r>
            <a:r>
              <a:rPr lang="en-US" sz="4000" b="0" i="0" u="none" strike="noStrike" baseline="0" dirty="0">
                <a:latin typeface="AdvP497E2"/>
              </a:rPr>
              <a:t>.</a:t>
            </a:r>
            <a:endParaRPr lang="en-IN" sz="5400" dirty="0"/>
          </a:p>
        </p:txBody>
      </p:sp>
    </p:spTree>
    <p:extLst>
      <p:ext uri="{BB962C8B-B14F-4D97-AF65-F5344CB8AC3E}">
        <p14:creationId xmlns:p14="http://schemas.microsoft.com/office/powerpoint/2010/main" val="32461377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2EC80-9365-4116-B9D3-E3783F847BE7}"/>
              </a:ext>
            </a:extLst>
          </p:cNvPr>
          <p:cNvSpPr>
            <a:spLocks noGrp="1"/>
          </p:cNvSpPr>
          <p:nvPr>
            <p:ph type="title"/>
          </p:nvPr>
        </p:nvSpPr>
        <p:spPr/>
        <p:txBody>
          <a:bodyPr/>
          <a:lstStyle/>
          <a:p>
            <a:r>
              <a:rPr lang="en-US" b="0" i="0" dirty="0">
                <a:solidFill>
                  <a:srgbClr val="030303"/>
                </a:solidFill>
                <a:effectLst/>
                <a:latin typeface="Roboto" panose="020B0604020202020204" pitchFamily="2" charset="0"/>
              </a:rPr>
              <a:t>MORPHOLOGICAL PRODUCTIVITY</a:t>
            </a:r>
            <a:endParaRPr lang="en-IN" dirty="0"/>
          </a:p>
        </p:txBody>
      </p:sp>
      <p:sp>
        <p:nvSpPr>
          <p:cNvPr id="3" name="Content Placeholder 2">
            <a:extLst>
              <a:ext uri="{FF2B5EF4-FFF2-40B4-BE49-F238E27FC236}">
                <a16:creationId xmlns:a16="http://schemas.microsoft.com/office/drawing/2014/main" id="{FC1E817F-1467-4193-89AC-612C2CBA088F}"/>
              </a:ext>
            </a:extLst>
          </p:cNvPr>
          <p:cNvSpPr>
            <a:spLocks noGrp="1"/>
          </p:cNvSpPr>
          <p:nvPr>
            <p:ph idx="1"/>
          </p:nvPr>
        </p:nvSpPr>
        <p:spPr/>
        <p:txBody>
          <a:bodyPr/>
          <a:lstStyle/>
          <a:p>
            <a:r>
              <a:rPr lang="en-US" b="0" i="0" dirty="0">
                <a:solidFill>
                  <a:srgbClr val="030303"/>
                </a:solidFill>
                <a:effectLst/>
                <a:latin typeface="Roboto" panose="020B0604020202020204" pitchFamily="2" charset="0"/>
              </a:rPr>
              <a:t>Morphological productivity is the phenomenon that a morphological pattern (a systematic form-meaning correspondence) observed a set of complex words can be extended to new cases. This then leads to new complex words, or inflectional forms of words. </a:t>
            </a:r>
          </a:p>
          <a:p>
            <a:endParaRPr lang="en-US" b="0" i="0" dirty="0">
              <a:solidFill>
                <a:srgbClr val="030303"/>
              </a:solidFill>
              <a:effectLst/>
              <a:latin typeface="Roboto" panose="020B0604020202020204" pitchFamily="2" charset="0"/>
            </a:endParaRPr>
          </a:p>
          <a:p>
            <a:r>
              <a:rPr lang="en-US" b="0" i="0" dirty="0">
                <a:solidFill>
                  <a:srgbClr val="030303"/>
                </a:solidFill>
                <a:effectLst/>
                <a:latin typeface="Roboto" panose="020B0604020202020204" pitchFamily="2" charset="0"/>
              </a:rPr>
              <a:t>A morphological process is a means of changing a stem to adjust its meaning to fit its syntactic and communicational context.</a:t>
            </a:r>
            <a:br>
              <a:rPr lang="en-US" dirty="0"/>
            </a:br>
            <a:endParaRPr lang="en-IN" dirty="0"/>
          </a:p>
        </p:txBody>
      </p:sp>
    </p:spTree>
    <p:extLst>
      <p:ext uri="{BB962C8B-B14F-4D97-AF65-F5344CB8AC3E}">
        <p14:creationId xmlns:p14="http://schemas.microsoft.com/office/powerpoint/2010/main" val="34082586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5B61E-94F2-43B8-9F9A-500AF5A3A90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BAEFA2B-8BA3-4B98-A1F8-26ED91EA6FBD}"/>
              </a:ext>
            </a:extLst>
          </p:cNvPr>
          <p:cNvSpPr>
            <a:spLocks noGrp="1"/>
          </p:cNvSpPr>
          <p:nvPr>
            <p:ph idx="1"/>
          </p:nvPr>
        </p:nvSpPr>
        <p:spPr/>
        <p:txBody>
          <a:bodyPr/>
          <a:lstStyle/>
          <a:p>
            <a:r>
              <a:rPr lang="en-US" b="0" i="0" dirty="0">
                <a:solidFill>
                  <a:srgbClr val="030303"/>
                </a:solidFill>
                <a:effectLst/>
                <a:latin typeface="Roboto" panose="020B0604020202020204" pitchFamily="2" charset="0"/>
              </a:rPr>
              <a:t>FEATURES</a:t>
            </a:r>
          </a:p>
          <a:p>
            <a:r>
              <a:rPr lang="en-US" b="0" i="0" dirty="0">
                <a:solidFill>
                  <a:srgbClr val="030303"/>
                </a:solidFill>
                <a:effectLst/>
                <a:latin typeface="Roboto" panose="020B0604020202020204" pitchFamily="2" charset="0"/>
              </a:rPr>
              <a:t> Morphological productivity is the word formation process. </a:t>
            </a:r>
          </a:p>
          <a:p>
            <a:r>
              <a:rPr lang="en-US" b="0" i="0" dirty="0">
                <a:solidFill>
                  <a:srgbClr val="030303"/>
                </a:solidFill>
                <a:effectLst/>
                <a:latin typeface="Roboto" panose="020B0604020202020204" pitchFamily="2" charset="0"/>
              </a:rPr>
              <a:t>It is a phenomenon in which stem is changed semantically and syntactically to form new complex words. </a:t>
            </a:r>
          </a:p>
          <a:p>
            <a:r>
              <a:rPr lang="en-US" b="0" i="0" dirty="0">
                <a:solidFill>
                  <a:srgbClr val="030303"/>
                </a:solidFill>
                <a:effectLst/>
                <a:latin typeface="Roboto" panose="020B0604020202020204" pitchFamily="2" charset="0"/>
              </a:rPr>
              <a:t>Word formation process are compounding, blending, clipping, coinage, acronym, affixation, inflection and derivation </a:t>
            </a:r>
            <a:r>
              <a:rPr lang="en-US" b="0" i="0" dirty="0" err="1">
                <a:solidFill>
                  <a:srgbClr val="030303"/>
                </a:solidFill>
                <a:effectLst/>
                <a:latin typeface="Roboto" panose="020B0604020202020204" pitchFamily="2" charset="0"/>
              </a:rPr>
              <a:t>etc</a:t>
            </a:r>
            <a:endParaRPr lang="en-US" dirty="0">
              <a:solidFill>
                <a:srgbClr val="030303"/>
              </a:solidFill>
              <a:latin typeface="Roboto" panose="020B0604020202020204" pitchFamily="2" charset="0"/>
            </a:endParaRPr>
          </a:p>
          <a:p>
            <a:r>
              <a:rPr lang="en-US" b="0" i="0" dirty="0">
                <a:solidFill>
                  <a:srgbClr val="030303"/>
                </a:solidFill>
                <a:effectLst/>
                <a:latin typeface="Roboto" panose="020B0604020202020204" pitchFamily="2" charset="0"/>
              </a:rPr>
              <a:t>Morphological productivity has two concepts "availability" and "profitability". The former is systematic concept while the latter one is non systematic.</a:t>
            </a:r>
            <a:endParaRPr lang="en-IN" dirty="0"/>
          </a:p>
        </p:txBody>
      </p:sp>
    </p:spTree>
    <p:extLst>
      <p:ext uri="{BB962C8B-B14F-4D97-AF65-F5344CB8AC3E}">
        <p14:creationId xmlns:p14="http://schemas.microsoft.com/office/powerpoint/2010/main" val="40311536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7C2E3-B9C2-4384-B786-7A446FA2DFF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2603882-040E-48FD-9006-3E0693965E5D}"/>
              </a:ext>
            </a:extLst>
          </p:cNvPr>
          <p:cNvSpPr>
            <a:spLocks noGrp="1"/>
          </p:cNvSpPr>
          <p:nvPr>
            <p:ph idx="1"/>
          </p:nvPr>
        </p:nvSpPr>
        <p:spPr/>
        <p:txBody>
          <a:bodyPr/>
          <a:lstStyle/>
          <a:p>
            <a:r>
              <a:rPr lang="en-US" b="0" i="0" dirty="0">
                <a:solidFill>
                  <a:srgbClr val="030303"/>
                </a:solidFill>
                <a:effectLst/>
                <a:latin typeface="Roboto" panose="020B0604020202020204" pitchFamily="2" charset="0"/>
              </a:rPr>
              <a:t>Self + </a:t>
            </a:r>
            <a:r>
              <a:rPr lang="en-US" b="0" i="0" dirty="0" err="1">
                <a:solidFill>
                  <a:srgbClr val="030303"/>
                </a:solidFill>
                <a:effectLst/>
                <a:latin typeface="Roboto" panose="020B0604020202020204" pitchFamily="2" charset="0"/>
              </a:rPr>
              <a:t>ie</a:t>
            </a:r>
            <a:r>
              <a:rPr lang="en-US" b="0" i="0" dirty="0">
                <a:solidFill>
                  <a:srgbClr val="030303"/>
                </a:solidFill>
                <a:effectLst/>
                <a:latin typeface="Roboto" panose="020B0604020202020204" pitchFamily="2" charset="0"/>
              </a:rPr>
              <a:t>= Selfie </a:t>
            </a:r>
          </a:p>
          <a:p>
            <a:r>
              <a:rPr lang="en-US" b="0" i="0" dirty="0">
                <a:solidFill>
                  <a:srgbClr val="030303"/>
                </a:solidFill>
                <a:effectLst/>
                <a:latin typeface="Roboto" panose="020B0604020202020204" pitchFamily="2" charset="0"/>
              </a:rPr>
              <a:t>Quick + </a:t>
            </a:r>
            <a:r>
              <a:rPr lang="en-US" b="0" i="0" dirty="0" err="1">
                <a:solidFill>
                  <a:srgbClr val="030303"/>
                </a:solidFill>
                <a:effectLst/>
                <a:latin typeface="Roboto" panose="020B0604020202020204" pitchFamily="2" charset="0"/>
              </a:rPr>
              <a:t>ly</a:t>
            </a:r>
            <a:r>
              <a:rPr lang="en-US" b="0" i="0" dirty="0">
                <a:solidFill>
                  <a:srgbClr val="030303"/>
                </a:solidFill>
                <a:effectLst/>
                <a:latin typeface="Roboto" panose="020B0604020202020204" pitchFamily="2" charset="0"/>
              </a:rPr>
              <a:t>= Quickly </a:t>
            </a:r>
          </a:p>
          <a:p>
            <a:r>
              <a:rPr lang="en-US" b="0" i="0" dirty="0">
                <a:solidFill>
                  <a:srgbClr val="030303"/>
                </a:solidFill>
                <a:effectLst/>
                <a:latin typeface="Roboto" panose="020B0604020202020204" pitchFamily="2" charset="0"/>
              </a:rPr>
              <a:t>Cold + er= Colder </a:t>
            </a:r>
          </a:p>
          <a:p>
            <a:r>
              <a:rPr lang="en-US" b="0" i="0" dirty="0">
                <a:solidFill>
                  <a:srgbClr val="030303"/>
                </a:solidFill>
                <a:effectLst/>
                <a:latin typeface="Roboto" panose="020B0604020202020204" pitchFamily="2" charset="0"/>
              </a:rPr>
              <a:t>Walk + er = Walker </a:t>
            </a:r>
          </a:p>
          <a:p>
            <a:r>
              <a:rPr lang="en-US" b="0" i="0" dirty="0">
                <a:solidFill>
                  <a:srgbClr val="030303"/>
                </a:solidFill>
                <a:effectLst/>
                <a:latin typeface="Roboto" panose="020B0604020202020204" pitchFamily="2" charset="0"/>
              </a:rPr>
              <a:t>Read + able = Readable </a:t>
            </a:r>
          </a:p>
          <a:p>
            <a:r>
              <a:rPr lang="en-US" b="0" i="0" dirty="0">
                <a:solidFill>
                  <a:srgbClr val="030303"/>
                </a:solidFill>
                <a:effectLst/>
                <a:latin typeface="Roboto" panose="020B0604020202020204" pitchFamily="2" charset="0"/>
              </a:rPr>
              <a:t>Good + ness =Goodness</a:t>
            </a:r>
            <a:endParaRPr lang="en-IN" dirty="0"/>
          </a:p>
        </p:txBody>
      </p:sp>
    </p:spTree>
    <p:extLst>
      <p:ext uri="{BB962C8B-B14F-4D97-AF65-F5344CB8AC3E}">
        <p14:creationId xmlns:p14="http://schemas.microsoft.com/office/powerpoint/2010/main" val="7411446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B421ABDF-9451-4565-8562-1BDA8F852D7D}"/>
              </a:ext>
            </a:extLst>
          </p:cNvPr>
          <p:cNvSpPr>
            <a:spLocks noGrp="1"/>
          </p:cNvSpPr>
          <p:nvPr>
            <p:ph type="title"/>
          </p:nvPr>
        </p:nvSpPr>
        <p:spPr/>
        <p:txBody>
          <a:bodyPr/>
          <a:lstStyle/>
          <a:p>
            <a:pPr eaLnBrk="1" hangingPunct="1"/>
            <a:r>
              <a:rPr lang="en-US" altLang="en-US"/>
              <a:t>False analysis</a:t>
            </a:r>
          </a:p>
        </p:txBody>
      </p:sp>
      <p:graphicFrame>
        <p:nvGraphicFramePr>
          <p:cNvPr id="6" name="Diagram 5">
            <a:extLst>
              <a:ext uri="{FF2B5EF4-FFF2-40B4-BE49-F238E27FC236}">
                <a16:creationId xmlns:a16="http://schemas.microsoft.com/office/drawing/2014/main" id="{81F03085-F3BE-4459-8605-3ACFC3F985A3}"/>
              </a:ext>
            </a:extLst>
          </p:cNvPr>
          <p:cNvGraphicFramePr/>
          <p:nvPr/>
        </p:nvGraphicFramePr>
        <p:xfrm>
          <a:off x="2514600" y="1600200"/>
          <a:ext cx="716280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 name="Picture 2">
            <a:extLst>
              <a:ext uri="{FF2B5EF4-FFF2-40B4-BE49-F238E27FC236}">
                <a16:creationId xmlns:a16="http://schemas.microsoft.com/office/drawing/2014/main" id="{9E11E936-1D2B-4A58-B67A-2C0470039A23}"/>
              </a:ext>
            </a:extLst>
          </p:cNvPr>
          <p:cNvPicPr>
            <a:picLocks noChangeAspect="1"/>
          </p:cNvPicPr>
          <p:nvPr/>
        </p:nvPicPr>
        <p:blipFill>
          <a:blip r:embed="rId7"/>
          <a:stretch>
            <a:fillRect/>
          </a:stretch>
        </p:blipFill>
        <p:spPr>
          <a:xfrm>
            <a:off x="345757" y="3448050"/>
            <a:ext cx="1990725" cy="8763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6CC01C3F-DB14-4A02-AB37-07E5494445ED}"/>
              </a:ext>
            </a:extLst>
          </p:cNvPr>
          <p:cNvSpPr>
            <a:spLocks noGrp="1"/>
          </p:cNvSpPr>
          <p:nvPr>
            <p:ph type="title"/>
          </p:nvPr>
        </p:nvSpPr>
        <p:spPr/>
        <p:txBody>
          <a:bodyPr/>
          <a:lstStyle/>
          <a:p>
            <a:pPr eaLnBrk="1" hangingPunct="1"/>
            <a:r>
              <a:rPr lang="en-US" altLang="en-US"/>
              <a:t>Bound Base Morphemes</a:t>
            </a:r>
          </a:p>
        </p:txBody>
      </p:sp>
      <p:sp>
        <p:nvSpPr>
          <p:cNvPr id="14339" name="Content Placeholder 2">
            <a:extLst>
              <a:ext uri="{FF2B5EF4-FFF2-40B4-BE49-F238E27FC236}">
                <a16:creationId xmlns:a16="http://schemas.microsoft.com/office/drawing/2014/main" id="{6A009690-EA01-4EE3-A7F9-D3E1C356025D}"/>
              </a:ext>
            </a:extLst>
          </p:cNvPr>
          <p:cNvSpPr>
            <a:spLocks noGrp="1"/>
          </p:cNvSpPr>
          <p:nvPr>
            <p:ph sz="quarter" idx="1"/>
          </p:nvPr>
        </p:nvSpPr>
        <p:spPr>
          <a:xfrm>
            <a:off x="2514600" y="1371600"/>
            <a:ext cx="7772400" cy="4572000"/>
          </a:xfrm>
        </p:spPr>
        <p:txBody>
          <a:bodyPr/>
          <a:lstStyle/>
          <a:p>
            <a:pPr eaLnBrk="1" hangingPunct="1"/>
            <a:r>
              <a:rPr lang="en-US" altLang="en-US"/>
              <a:t>Occur only in a particular complex word </a:t>
            </a:r>
          </a:p>
          <a:p>
            <a:pPr eaLnBrk="1" hangingPunct="1"/>
            <a:r>
              <a:rPr lang="en-US" altLang="en-US"/>
              <a:t>Do not have independent existence </a:t>
            </a:r>
          </a:p>
          <a:p>
            <a:pPr eaLnBrk="1" hangingPunct="1"/>
            <a:endParaRPr lang="en-US" altLang="en-US"/>
          </a:p>
          <a:p>
            <a:pPr eaLnBrk="1" hangingPunct="1">
              <a:buFont typeface="Wingdings 2" panose="05020102010507070707" pitchFamily="18" charset="2"/>
              <a:buNone/>
            </a:pPr>
            <a:endParaRPr lang="en-US" altLang="en-US"/>
          </a:p>
        </p:txBody>
      </p:sp>
      <p:graphicFrame>
        <p:nvGraphicFramePr>
          <p:cNvPr id="4" name="Diagram 3">
            <a:extLst>
              <a:ext uri="{FF2B5EF4-FFF2-40B4-BE49-F238E27FC236}">
                <a16:creationId xmlns:a16="http://schemas.microsoft.com/office/drawing/2014/main" id="{778B49BD-EDA5-436E-A664-BD3AD6E13927}"/>
              </a:ext>
            </a:extLst>
          </p:cNvPr>
          <p:cNvGraphicFramePr/>
          <p:nvPr/>
        </p:nvGraphicFramePr>
        <p:xfrm>
          <a:off x="2819400" y="2463800"/>
          <a:ext cx="6629400" cy="1574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Diagram 4">
            <a:extLst>
              <a:ext uri="{FF2B5EF4-FFF2-40B4-BE49-F238E27FC236}">
                <a16:creationId xmlns:a16="http://schemas.microsoft.com/office/drawing/2014/main" id="{229F859F-D90F-4E58-B1FF-D4801CE4BB2F}"/>
              </a:ext>
            </a:extLst>
          </p:cNvPr>
          <p:cNvGraphicFramePr/>
          <p:nvPr/>
        </p:nvGraphicFramePr>
        <p:xfrm>
          <a:off x="2590800" y="4191000"/>
          <a:ext cx="6858000" cy="20320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EDDC78E4-6D61-4B62-9C52-F215AA97C3F7}"/>
              </a:ext>
            </a:extLst>
          </p:cNvPr>
          <p:cNvSpPr>
            <a:spLocks noGrp="1"/>
          </p:cNvSpPr>
          <p:nvPr>
            <p:ph type="title"/>
          </p:nvPr>
        </p:nvSpPr>
        <p:spPr/>
        <p:txBody>
          <a:bodyPr/>
          <a:lstStyle/>
          <a:p>
            <a:pPr eaLnBrk="1" hangingPunct="1"/>
            <a:r>
              <a:rPr lang="en-US" altLang="en-US"/>
              <a:t>More on Inflection</a:t>
            </a:r>
          </a:p>
        </p:txBody>
      </p:sp>
      <p:graphicFrame>
        <p:nvGraphicFramePr>
          <p:cNvPr id="4" name="Content Placeholder 3">
            <a:extLst>
              <a:ext uri="{FF2B5EF4-FFF2-40B4-BE49-F238E27FC236}">
                <a16:creationId xmlns:a16="http://schemas.microsoft.com/office/drawing/2014/main" id="{F096B18E-7268-4153-BB2F-6FECC23676CE}"/>
              </a:ext>
            </a:extLst>
          </p:cNvPr>
          <p:cNvGraphicFramePr>
            <a:graphicFrameLocks noGrp="1"/>
          </p:cNvGraphicFramePr>
          <p:nvPr>
            <p:ph sz="quarter" idx="1"/>
          </p:nvPr>
        </p:nvGraphicFramePr>
        <p:xfrm>
          <a:off x="2514600" y="1447800"/>
          <a:ext cx="7772400" cy="4343400"/>
        </p:xfrm>
        <a:graphic>
          <a:graphicData uri="http://schemas.openxmlformats.org/drawingml/2006/table">
            <a:tbl>
              <a:tblPr firstRow="1" bandRow="1">
                <a:tableStyleId>{5940675A-B579-460E-94D1-54222C63F5DA}</a:tableStyleId>
              </a:tblPr>
              <a:tblGrid>
                <a:gridCol w="3886200">
                  <a:extLst>
                    <a:ext uri="{9D8B030D-6E8A-4147-A177-3AD203B41FA5}">
                      <a16:colId xmlns:a16="http://schemas.microsoft.com/office/drawing/2014/main" val="20000"/>
                    </a:ext>
                  </a:extLst>
                </a:gridCol>
                <a:gridCol w="3886200">
                  <a:extLst>
                    <a:ext uri="{9D8B030D-6E8A-4147-A177-3AD203B41FA5}">
                      <a16:colId xmlns:a16="http://schemas.microsoft.com/office/drawing/2014/main" val="20001"/>
                    </a:ext>
                  </a:extLst>
                </a:gridCol>
              </a:tblGrid>
              <a:tr h="1130474">
                <a:tc>
                  <a:txBody>
                    <a:bodyPr/>
                    <a:lstStyle/>
                    <a:p>
                      <a:r>
                        <a:rPr lang="en-US" sz="2000" dirty="0"/>
                        <a:t>Noun</a:t>
                      </a:r>
                      <a:r>
                        <a:rPr lang="en-US" sz="2000" baseline="0" dirty="0"/>
                        <a:t> inflectional suffixes</a:t>
                      </a:r>
                      <a:endParaRPr lang="en-US" sz="2000" b="0" dirty="0"/>
                    </a:p>
                  </a:txBody>
                  <a:tcPr/>
                </a:tc>
                <a:tc>
                  <a:txBody>
                    <a:bodyPr/>
                    <a:lstStyle/>
                    <a:p>
                      <a:pPr>
                        <a:buFont typeface="Arial" pitchFamily="34" charset="0"/>
                        <a:buChar char="•"/>
                      </a:pPr>
                      <a:r>
                        <a:rPr lang="en-US" sz="2000" dirty="0"/>
                        <a:t>Plural marker -s</a:t>
                      </a:r>
                    </a:p>
                    <a:p>
                      <a:pPr>
                        <a:buFont typeface="Arial" pitchFamily="34" charset="0"/>
                        <a:buChar char="•"/>
                      </a:pPr>
                      <a:r>
                        <a:rPr lang="en-US" sz="2000" dirty="0"/>
                        <a:t>Possessive marker ‘s</a:t>
                      </a:r>
                      <a:endParaRPr lang="en-US" sz="2000" b="0" dirty="0"/>
                    </a:p>
                  </a:txBody>
                  <a:tcPr/>
                </a:tc>
                <a:extLst>
                  <a:ext uri="{0D108BD9-81ED-4DB2-BD59-A6C34878D82A}">
                    <a16:rowId xmlns:a16="http://schemas.microsoft.com/office/drawing/2014/main" val="10000"/>
                  </a:ext>
                </a:extLst>
              </a:tr>
              <a:tr h="208245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Verb</a:t>
                      </a:r>
                      <a:r>
                        <a:rPr lang="en-US" sz="2000" baseline="0" dirty="0"/>
                        <a:t> inflectional suffixes</a:t>
                      </a:r>
                      <a:endParaRPr lang="en-US" sz="2000" dirty="0"/>
                    </a:p>
                    <a:p>
                      <a:endParaRPr lang="en-US" sz="2000" dirty="0"/>
                    </a:p>
                  </a:txBody>
                  <a:tcPr/>
                </a:tc>
                <a:tc>
                  <a:txBody>
                    <a:bodyPr/>
                    <a:lstStyle/>
                    <a:p>
                      <a:pPr>
                        <a:buFont typeface="Arial" pitchFamily="34" charset="0"/>
                        <a:buChar char="•"/>
                      </a:pPr>
                      <a:r>
                        <a:rPr lang="en-US" sz="2000" dirty="0"/>
                        <a:t>Third person present</a:t>
                      </a:r>
                      <a:r>
                        <a:rPr lang="en-US" sz="2000" baseline="0" dirty="0"/>
                        <a:t> singular marker </a:t>
                      </a:r>
                    </a:p>
                    <a:p>
                      <a:pPr>
                        <a:buFont typeface="Arial" pitchFamily="34" charset="0"/>
                        <a:buNone/>
                      </a:pPr>
                      <a:r>
                        <a:rPr lang="en-US" sz="2000" baseline="0" dirty="0"/>
                        <a:t>   -s</a:t>
                      </a:r>
                    </a:p>
                    <a:p>
                      <a:pPr>
                        <a:buFont typeface="Arial" pitchFamily="34" charset="0"/>
                        <a:buChar char="•"/>
                      </a:pPr>
                      <a:r>
                        <a:rPr lang="en-US" sz="2000" baseline="0" dirty="0"/>
                        <a:t>Past tense marker -</a:t>
                      </a:r>
                      <a:r>
                        <a:rPr lang="en-US" sz="2000" baseline="0" dirty="0" err="1"/>
                        <a:t>ed</a:t>
                      </a:r>
                      <a:endParaRPr lang="en-US" sz="2000" baseline="0" dirty="0"/>
                    </a:p>
                    <a:p>
                      <a:pPr>
                        <a:buFont typeface="Arial" pitchFamily="34" charset="0"/>
                        <a:buChar char="•"/>
                      </a:pPr>
                      <a:r>
                        <a:rPr lang="en-US" sz="2000" baseline="0" dirty="0"/>
                        <a:t>Progressive marker -</a:t>
                      </a:r>
                      <a:r>
                        <a:rPr lang="en-US" sz="2000" baseline="0" dirty="0" err="1"/>
                        <a:t>ing</a:t>
                      </a:r>
                      <a:endParaRPr lang="en-US" sz="2000" baseline="0" dirty="0"/>
                    </a:p>
                    <a:p>
                      <a:pPr>
                        <a:buFont typeface="Arial" pitchFamily="34" charset="0"/>
                        <a:buChar char="•"/>
                      </a:pPr>
                      <a:r>
                        <a:rPr lang="en-US" sz="2000" baseline="0" dirty="0"/>
                        <a:t>Past participle markers -en or –</a:t>
                      </a:r>
                      <a:r>
                        <a:rPr lang="en-US" sz="2000" baseline="0" dirty="0" err="1"/>
                        <a:t>ed</a:t>
                      </a:r>
                      <a:endParaRPr lang="en-US" sz="2000" dirty="0"/>
                    </a:p>
                  </a:txBody>
                  <a:tcPr/>
                </a:tc>
                <a:extLst>
                  <a:ext uri="{0D108BD9-81ED-4DB2-BD59-A6C34878D82A}">
                    <a16:rowId xmlns:a16="http://schemas.microsoft.com/office/drawing/2014/main" val="10001"/>
                  </a:ext>
                </a:extLst>
              </a:tr>
              <a:tr h="113047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aseline="0" dirty="0"/>
                        <a:t>Adjective inflectional suffixes</a:t>
                      </a:r>
                      <a:endParaRPr lang="en-US" sz="2000" dirty="0"/>
                    </a:p>
                    <a:p>
                      <a:endParaRPr lang="en-US" sz="2000" dirty="0"/>
                    </a:p>
                  </a:txBody>
                  <a:tcPr/>
                </a:tc>
                <a:tc>
                  <a:txBody>
                    <a:bodyPr/>
                    <a:lstStyle/>
                    <a:p>
                      <a:pPr>
                        <a:buFont typeface="Arial" pitchFamily="34" charset="0"/>
                        <a:buChar char="•"/>
                      </a:pPr>
                      <a:r>
                        <a:rPr lang="en-US" sz="2000" dirty="0"/>
                        <a:t>Comparative marker -</a:t>
                      </a:r>
                      <a:r>
                        <a:rPr lang="en-US" sz="2000" dirty="0" err="1"/>
                        <a:t>er</a:t>
                      </a:r>
                      <a:endParaRPr lang="en-US" sz="2000" dirty="0"/>
                    </a:p>
                    <a:p>
                      <a:pPr>
                        <a:buFont typeface="Arial" pitchFamily="34" charset="0"/>
                        <a:buChar char="•"/>
                      </a:pPr>
                      <a:r>
                        <a:rPr lang="en-US" sz="2000" dirty="0"/>
                        <a:t>Superlative marker -</a:t>
                      </a:r>
                      <a:r>
                        <a:rPr lang="en-US" sz="2000" dirty="0" err="1"/>
                        <a:t>est</a:t>
                      </a:r>
                      <a:endParaRPr lang="en-US" sz="2000" dirty="0"/>
                    </a:p>
                  </a:txBody>
                  <a:tcPr/>
                </a:tc>
                <a:extLst>
                  <a:ext uri="{0D108BD9-81ED-4DB2-BD59-A6C34878D82A}">
                    <a16:rowId xmlns:a16="http://schemas.microsoft.com/office/drawing/2014/main" val="10002"/>
                  </a:ext>
                </a:extLst>
              </a:tr>
            </a:tbl>
          </a:graphicData>
        </a:graphic>
      </p:graphicFrame>
      <p:sp>
        <p:nvSpPr>
          <p:cNvPr id="15377" name="TextBox 7">
            <a:extLst>
              <a:ext uri="{FF2B5EF4-FFF2-40B4-BE49-F238E27FC236}">
                <a16:creationId xmlns:a16="http://schemas.microsoft.com/office/drawing/2014/main" id="{48CA8A83-2A81-47E7-A93F-D6FF6DD451DA}"/>
              </a:ext>
            </a:extLst>
          </p:cNvPr>
          <p:cNvSpPr txBox="1">
            <a:spLocks noChangeArrowheads="1"/>
          </p:cNvSpPr>
          <p:nvPr/>
        </p:nvSpPr>
        <p:spPr bwMode="auto">
          <a:xfrm>
            <a:off x="2286000" y="5867400"/>
            <a:ext cx="7848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a:latin typeface="Calibri" panose="020F0502020204030204" pitchFamily="34" charset="0"/>
              </a:rPr>
              <a:t>Inflectional Suffixes in English</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F15E6B8B-AC8C-4521-A79E-332218027080}"/>
              </a:ext>
            </a:extLst>
          </p:cNvPr>
          <p:cNvSpPr>
            <a:spLocks noGrp="1"/>
          </p:cNvSpPr>
          <p:nvPr>
            <p:ph type="title"/>
          </p:nvPr>
        </p:nvSpPr>
        <p:spPr/>
        <p:txBody>
          <a:bodyPr/>
          <a:lstStyle/>
          <a:p>
            <a:pPr eaLnBrk="1" hangingPunct="1"/>
            <a:r>
              <a:rPr lang="en-US" altLang="en-US"/>
              <a:t>Spelling Rules</a:t>
            </a:r>
          </a:p>
        </p:txBody>
      </p:sp>
      <p:sp>
        <p:nvSpPr>
          <p:cNvPr id="16387" name="Content Placeholder 2">
            <a:extLst>
              <a:ext uri="{FF2B5EF4-FFF2-40B4-BE49-F238E27FC236}">
                <a16:creationId xmlns:a16="http://schemas.microsoft.com/office/drawing/2014/main" id="{9AA10878-BF93-47BA-8140-B66B7C00FC6B}"/>
              </a:ext>
            </a:extLst>
          </p:cNvPr>
          <p:cNvSpPr>
            <a:spLocks noGrp="1"/>
          </p:cNvSpPr>
          <p:nvPr>
            <p:ph idx="1"/>
          </p:nvPr>
        </p:nvSpPr>
        <p:spPr/>
        <p:txBody>
          <a:bodyPr/>
          <a:lstStyle/>
          <a:p>
            <a:pPr eaLnBrk="1" hangingPunct="1"/>
            <a:r>
              <a:rPr lang="en-US" altLang="en-US"/>
              <a:t>Generally words are pluralized by adding –s to the end</a:t>
            </a:r>
          </a:p>
          <a:p>
            <a:pPr eaLnBrk="1" hangingPunct="1"/>
            <a:r>
              <a:rPr lang="en-US" altLang="en-US"/>
              <a:t>Words ending in –s, -z, -sh and sometimes –x require –es </a:t>
            </a:r>
          </a:p>
          <a:p>
            <a:pPr lvl="1" eaLnBrk="1" hangingPunct="1"/>
            <a:r>
              <a:rPr lang="en-US" altLang="en-US">
                <a:solidFill>
                  <a:srgbClr val="FF0000"/>
                </a:solidFill>
              </a:rPr>
              <a:t>buses, quizzes, dishes, boxes</a:t>
            </a:r>
          </a:p>
          <a:p>
            <a:pPr eaLnBrk="1" hangingPunct="1"/>
            <a:r>
              <a:rPr lang="en-US" altLang="en-US"/>
              <a:t>Nouns ending in –y preceded by a  consonant change the –y to -i </a:t>
            </a:r>
          </a:p>
          <a:p>
            <a:pPr lvl="1" eaLnBrk="1" hangingPunct="1"/>
            <a:r>
              <a:rPr lang="en-US" altLang="en-US">
                <a:solidFill>
                  <a:srgbClr val="FF0000"/>
                </a:solidFill>
              </a:rPr>
              <a:t>babies, floppies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3A071950-E715-431F-AB45-60C5C8B84AD8}"/>
              </a:ext>
            </a:extLst>
          </p:cNvPr>
          <p:cNvSpPr>
            <a:spLocks noGrp="1"/>
          </p:cNvSpPr>
          <p:nvPr>
            <p:ph type="title"/>
          </p:nvPr>
        </p:nvSpPr>
        <p:spPr/>
        <p:txBody>
          <a:bodyPr/>
          <a:lstStyle/>
          <a:p>
            <a:pPr eaLnBrk="1" hangingPunct="1"/>
            <a:r>
              <a:rPr lang="en-US" altLang="en-US"/>
              <a:t>Verbal Inflection</a:t>
            </a:r>
          </a:p>
        </p:txBody>
      </p:sp>
      <p:graphicFrame>
        <p:nvGraphicFramePr>
          <p:cNvPr id="5" name="Table 4">
            <a:extLst>
              <a:ext uri="{FF2B5EF4-FFF2-40B4-BE49-F238E27FC236}">
                <a16:creationId xmlns:a16="http://schemas.microsoft.com/office/drawing/2014/main" id="{DED6B8BB-8CC0-4195-BECE-1A2479AC4B87}"/>
              </a:ext>
            </a:extLst>
          </p:cNvPr>
          <p:cNvGraphicFramePr>
            <a:graphicFrameLocks noGrp="1"/>
          </p:cNvGraphicFramePr>
          <p:nvPr/>
        </p:nvGraphicFramePr>
        <p:xfrm>
          <a:off x="1752601" y="1450976"/>
          <a:ext cx="8655049" cy="3349625"/>
        </p:xfrm>
        <a:graphic>
          <a:graphicData uri="http://schemas.openxmlformats.org/drawingml/2006/table">
            <a:tbl>
              <a:tblPr firstRow="1" bandRow="1">
                <a:tableStyleId>{5940675A-B579-460E-94D1-54222C63F5DA}</a:tableStyleId>
              </a:tblPr>
              <a:tblGrid>
                <a:gridCol w="1563647">
                  <a:extLst>
                    <a:ext uri="{9D8B030D-6E8A-4147-A177-3AD203B41FA5}">
                      <a16:colId xmlns:a16="http://schemas.microsoft.com/office/drawing/2014/main" val="20000"/>
                    </a:ext>
                  </a:extLst>
                </a:gridCol>
                <a:gridCol w="1027191">
                  <a:extLst>
                    <a:ext uri="{9D8B030D-6E8A-4147-A177-3AD203B41FA5}">
                      <a16:colId xmlns:a16="http://schemas.microsoft.com/office/drawing/2014/main" val="20001"/>
                    </a:ext>
                  </a:extLst>
                </a:gridCol>
                <a:gridCol w="914413">
                  <a:extLst>
                    <a:ext uri="{9D8B030D-6E8A-4147-A177-3AD203B41FA5}">
                      <a16:colId xmlns:a16="http://schemas.microsoft.com/office/drawing/2014/main" val="20002"/>
                    </a:ext>
                  </a:extLst>
                </a:gridCol>
                <a:gridCol w="909206">
                  <a:extLst>
                    <a:ext uri="{9D8B030D-6E8A-4147-A177-3AD203B41FA5}">
                      <a16:colId xmlns:a16="http://schemas.microsoft.com/office/drawing/2014/main" val="20003"/>
                    </a:ext>
                  </a:extLst>
                </a:gridCol>
                <a:gridCol w="982994">
                  <a:extLst>
                    <a:ext uri="{9D8B030D-6E8A-4147-A177-3AD203B41FA5}">
                      <a16:colId xmlns:a16="http://schemas.microsoft.com/office/drawing/2014/main" val="20004"/>
                    </a:ext>
                  </a:extLst>
                </a:gridCol>
                <a:gridCol w="1085866">
                  <a:extLst>
                    <a:ext uri="{9D8B030D-6E8A-4147-A177-3AD203B41FA5}">
                      <a16:colId xmlns:a16="http://schemas.microsoft.com/office/drawing/2014/main" val="20005"/>
                    </a:ext>
                  </a:extLst>
                </a:gridCol>
                <a:gridCol w="1085866">
                  <a:extLst>
                    <a:ext uri="{9D8B030D-6E8A-4147-A177-3AD203B41FA5}">
                      <a16:colId xmlns:a16="http://schemas.microsoft.com/office/drawing/2014/main" val="20006"/>
                    </a:ext>
                  </a:extLst>
                </a:gridCol>
                <a:gridCol w="1085866">
                  <a:extLst>
                    <a:ext uri="{9D8B030D-6E8A-4147-A177-3AD203B41FA5}">
                      <a16:colId xmlns:a16="http://schemas.microsoft.com/office/drawing/2014/main" val="20007"/>
                    </a:ext>
                  </a:extLst>
                </a:gridCol>
              </a:tblGrid>
              <a:tr h="640120">
                <a:tc>
                  <a:txBody>
                    <a:bodyPr/>
                    <a:lstStyle/>
                    <a:p>
                      <a:r>
                        <a:rPr lang="en-US" sz="1800" dirty="0"/>
                        <a:t>Morphological Form Classes</a:t>
                      </a:r>
                    </a:p>
                  </a:txBody>
                  <a:tcPr marL="91441" marR="91441" marT="45723" marB="45723">
                    <a:lnR w="28575" cap="flat" cmpd="sng" algn="ctr">
                      <a:solidFill>
                        <a:schemeClr val="tx1"/>
                      </a:solidFill>
                      <a:prstDash val="solid"/>
                      <a:round/>
                      <a:headEnd type="none" w="med" len="med"/>
                      <a:tailEnd type="none" w="med" len="med"/>
                    </a:lnR>
                  </a:tcPr>
                </a:tc>
                <a:tc gridSpan="4">
                  <a:txBody>
                    <a:bodyPr/>
                    <a:lstStyle/>
                    <a:p>
                      <a:pPr algn="ctr"/>
                      <a:r>
                        <a:rPr lang="en-US" sz="1800" dirty="0"/>
                        <a:t>Regularly Inflected</a:t>
                      </a:r>
                      <a:r>
                        <a:rPr lang="en-US" sz="1800" baseline="0" dirty="0"/>
                        <a:t> Verbs</a:t>
                      </a:r>
                      <a:endParaRPr lang="en-US" sz="1800" dirty="0"/>
                    </a:p>
                  </a:txBody>
                  <a:tcPr marL="91441" marR="91441" marT="45723" marB="45723">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tcPr>
                </a:tc>
                <a:tc hMerge="1">
                  <a:txBody>
                    <a:bodyPr/>
                    <a:lstStyle/>
                    <a:p>
                      <a:endParaRPr lang="en-US" dirty="0"/>
                    </a:p>
                  </a:txBody>
                  <a:tcPr/>
                </a:tc>
                <a:tc hMerge="1">
                  <a:txBody>
                    <a:bodyPr/>
                    <a:lstStyle/>
                    <a:p>
                      <a:endParaRPr lang="en-US"/>
                    </a:p>
                  </a:txBody>
                  <a:tcPr/>
                </a:tc>
                <a:tc hMerge="1">
                  <a:txBody>
                    <a:bodyPr/>
                    <a:lstStyle/>
                    <a:p>
                      <a:endParaRPr lang="en-US"/>
                    </a:p>
                  </a:txBody>
                  <a:tcPr/>
                </a:tc>
                <a:tc gridSpan="3">
                  <a:txBody>
                    <a:bodyPr/>
                    <a:lstStyle/>
                    <a:p>
                      <a:pPr algn="ctr"/>
                      <a:r>
                        <a:rPr lang="en-US" sz="1800" dirty="0"/>
                        <a:t>Irregularly Inflected Verbs</a:t>
                      </a:r>
                    </a:p>
                  </a:txBody>
                  <a:tcPr marL="91441" marR="91441" marT="45723" marB="45723">
                    <a:lnL w="28575" cap="flat" cmpd="sng" algn="ctr">
                      <a:solidFill>
                        <a:schemeClr val="tx1"/>
                      </a:solidFill>
                      <a:prstDash val="solid"/>
                      <a:round/>
                      <a:headEnd type="none" w="med" len="med"/>
                      <a:tailEnd type="none" w="med" len="med"/>
                    </a:lnL>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541901">
                <a:tc>
                  <a:txBody>
                    <a:bodyPr/>
                    <a:lstStyle/>
                    <a:p>
                      <a:r>
                        <a:rPr lang="en-US" sz="1800" dirty="0"/>
                        <a:t>Stem</a:t>
                      </a:r>
                    </a:p>
                  </a:txBody>
                  <a:tcPr marL="91441" marR="91441" marT="45723" marB="45723">
                    <a:lnR w="28575" cap="flat" cmpd="sng" algn="ctr">
                      <a:solidFill>
                        <a:schemeClr val="tx1"/>
                      </a:solidFill>
                      <a:prstDash val="solid"/>
                      <a:round/>
                      <a:headEnd type="none" w="med" len="med"/>
                      <a:tailEnd type="none" w="med" len="med"/>
                    </a:lnR>
                  </a:tcPr>
                </a:tc>
                <a:tc>
                  <a:txBody>
                    <a:bodyPr/>
                    <a:lstStyle/>
                    <a:p>
                      <a:r>
                        <a:rPr lang="en-US" sz="1800" dirty="0"/>
                        <a:t>Jump</a:t>
                      </a:r>
                    </a:p>
                  </a:txBody>
                  <a:tcPr marL="91441" marR="91441" marT="45723" marB="45723">
                    <a:lnL w="28575" cap="flat" cmpd="sng" algn="ctr">
                      <a:solidFill>
                        <a:schemeClr val="tx1"/>
                      </a:solidFill>
                      <a:prstDash val="solid"/>
                      <a:round/>
                      <a:headEnd type="none" w="med" len="med"/>
                      <a:tailEnd type="none" w="med" len="med"/>
                    </a:lnL>
                  </a:tcPr>
                </a:tc>
                <a:tc>
                  <a:txBody>
                    <a:bodyPr/>
                    <a:lstStyle/>
                    <a:p>
                      <a:r>
                        <a:rPr lang="en-US" sz="1800" dirty="0"/>
                        <a:t>Parse</a:t>
                      </a:r>
                    </a:p>
                  </a:txBody>
                  <a:tcPr marL="91441" marR="91441" marT="45723" marB="45723"/>
                </a:tc>
                <a:tc>
                  <a:txBody>
                    <a:bodyPr/>
                    <a:lstStyle/>
                    <a:p>
                      <a:r>
                        <a:rPr lang="en-US" sz="1800" dirty="0"/>
                        <a:t>Fry</a:t>
                      </a:r>
                    </a:p>
                  </a:txBody>
                  <a:tcPr marL="91441" marR="91441" marT="45723" marB="45723"/>
                </a:tc>
                <a:tc>
                  <a:txBody>
                    <a:bodyPr/>
                    <a:lstStyle/>
                    <a:p>
                      <a:r>
                        <a:rPr lang="en-US" sz="1800" dirty="0"/>
                        <a:t>Sob</a:t>
                      </a:r>
                    </a:p>
                  </a:txBody>
                  <a:tcPr marL="91441" marR="91441" marT="45723" marB="45723">
                    <a:lnR w="28575" cap="flat" cmpd="sng" algn="ctr">
                      <a:solidFill>
                        <a:schemeClr val="tx1"/>
                      </a:solidFill>
                      <a:prstDash val="solid"/>
                      <a:round/>
                      <a:headEnd type="none" w="med" len="med"/>
                      <a:tailEnd type="none" w="med" len="med"/>
                    </a:lnR>
                  </a:tcPr>
                </a:tc>
                <a:tc>
                  <a:txBody>
                    <a:bodyPr/>
                    <a:lstStyle/>
                    <a:p>
                      <a:r>
                        <a:rPr lang="en-US" sz="1800" dirty="0"/>
                        <a:t>Eat</a:t>
                      </a:r>
                    </a:p>
                  </a:txBody>
                  <a:tcPr marL="91441" marR="91441" marT="45723" marB="45723">
                    <a:lnL w="28575" cap="flat" cmpd="sng" algn="ctr">
                      <a:solidFill>
                        <a:schemeClr val="tx1"/>
                      </a:solidFill>
                      <a:prstDash val="solid"/>
                      <a:round/>
                      <a:headEnd type="none" w="med" len="med"/>
                      <a:tailEnd type="none" w="med" len="med"/>
                    </a:lnL>
                  </a:tcPr>
                </a:tc>
                <a:tc>
                  <a:txBody>
                    <a:bodyPr/>
                    <a:lstStyle/>
                    <a:p>
                      <a:r>
                        <a:rPr lang="en-US" sz="1800" dirty="0"/>
                        <a:t>Bring</a:t>
                      </a:r>
                    </a:p>
                  </a:txBody>
                  <a:tcPr marL="91441" marR="91441" marT="45723" marB="45723"/>
                </a:tc>
                <a:tc>
                  <a:txBody>
                    <a:bodyPr/>
                    <a:lstStyle/>
                    <a:p>
                      <a:r>
                        <a:rPr lang="en-US" sz="1800" dirty="0"/>
                        <a:t>Cut</a:t>
                      </a:r>
                    </a:p>
                  </a:txBody>
                  <a:tcPr marL="91441" marR="91441" marT="45723" marB="45723"/>
                </a:tc>
                <a:extLst>
                  <a:ext uri="{0D108BD9-81ED-4DB2-BD59-A6C34878D82A}">
                    <a16:rowId xmlns:a16="http://schemas.microsoft.com/office/drawing/2014/main" val="10001"/>
                  </a:ext>
                </a:extLst>
              </a:tr>
              <a:tr h="541901">
                <a:tc>
                  <a:txBody>
                    <a:bodyPr/>
                    <a:lstStyle/>
                    <a:p>
                      <a:r>
                        <a:rPr lang="en-US" sz="1800" dirty="0"/>
                        <a:t>-s form</a:t>
                      </a:r>
                    </a:p>
                  </a:txBody>
                  <a:tcPr marL="91441" marR="91441" marT="45723" marB="45723">
                    <a:lnR w="28575" cap="flat" cmpd="sng" algn="ctr">
                      <a:solidFill>
                        <a:schemeClr val="tx1"/>
                      </a:solidFill>
                      <a:prstDash val="solid"/>
                      <a:round/>
                      <a:headEnd type="none" w="med" len="med"/>
                      <a:tailEnd type="none" w="med" len="med"/>
                    </a:lnR>
                  </a:tcPr>
                </a:tc>
                <a:tc>
                  <a:txBody>
                    <a:bodyPr/>
                    <a:lstStyle/>
                    <a:p>
                      <a:r>
                        <a:rPr lang="en-US" sz="1800" dirty="0"/>
                        <a:t>Jumps</a:t>
                      </a:r>
                    </a:p>
                  </a:txBody>
                  <a:tcPr marL="91441" marR="91441" marT="45723" marB="45723">
                    <a:lnL w="28575" cap="flat" cmpd="sng" algn="ctr">
                      <a:solidFill>
                        <a:schemeClr val="tx1"/>
                      </a:solidFill>
                      <a:prstDash val="solid"/>
                      <a:round/>
                      <a:headEnd type="none" w="med" len="med"/>
                      <a:tailEnd type="none" w="med" len="med"/>
                    </a:lnL>
                  </a:tcPr>
                </a:tc>
                <a:tc>
                  <a:txBody>
                    <a:bodyPr/>
                    <a:lstStyle/>
                    <a:p>
                      <a:r>
                        <a:rPr lang="en-US" sz="1800" dirty="0"/>
                        <a:t>Parses</a:t>
                      </a:r>
                    </a:p>
                  </a:txBody>
                  <a:tcPr marL="91441" marR="91441" marT="45723" marB="45723"/>
                </a:tc>
                <a:tc>
                  <a:txBody>
                    <a:bodyPr/>
                    <a:lstStyle/>
                    <a:p>
                      <a:r>
                        <a:rPr lang="en-US" sz="1800" dirty="0">
                          <a:solidFill>
                            <a:srgbClr val="FF0000"/>
                          </a:solidFill>
                        </a:rPr>
                        <a:t>Fries</a:t>
                      </a:r>
                    </a:p>
                  </a:txBody>
                  <a:tcPr marL="91441" marR="91441" marT="45723" marB="45723"/>
                </a:tc>
                <a:tc>
                  <a:txBody>
                    <a:bodyPr/>
                    <a:lstStyle/>
                    <a:p>
                      <a:r>
                        <a:rPr lang="en-US" sz="1800" dirty="0"/>
                        <a:t>Sobs</a:t>
                      </a:r>
                    </a:p>
                  </a:txBody>
                  <a:tcPr marL="91441" marR="91441" marT="45723" marB="45723">
                    <a:lnR w="28575" cap="flat" cmpd="sng" algn="ctr">
                      <a:solidFill>
                        <a:schemeClr val="tx1"/>
                      </a:solidFill>
                      <a:prstDash val="solid"/>
                      <a:round/>
                      <a:headEnd type="none" w="med" len="med"/>
                      <a:tailEnd type="none" w="med" len="med"/>
                    </a:lnR>
                  </a:tcPr>
                </a:tc>
                <a:tc>
                  <a:txBody>
                    <a:bodyPr/>
                    <a:lstStyle/>
                    <a:p>
                      <a:r>
                        <a:rPr lang="en-US" sz="1800" dirty="0"/>
                        <a:t>Eats</a:t>
                      </a:r>
                    </a:p>
                  </a:txBody>
                  <a:tcPr marL="91441" marR="91441" marT="45723" marB="45723">
                    <a:lnL w="28575" cap="flat" cmpd="sng" algn="ctr">
                      <a:solidFill>
                        <a:schemeClr val="tx1"/>
                      </a:solidFill>
                      <a:prstDash val="solid"/>
                      <a:round/>
                      <a:headEnd type="none" w="med" len="med"/>
                      <a:tailEnd type="none" w="med" len="med"/>
                    </a:lnL>
                  </a:tcPr>
                </a:tc>
                <a:tc>
                  <a:txBody>
                    <a:bodyPr/>
                    <a:lstStyle/>
                    <a:p>
                      <a:r>
                        <a:rPr lang="en-US" sz="1800" dirty="0"/>
                        <a:t>Brings</a:t>
                      </a:r>
                    </a:p>
                  </a:txBody>
                  <a:tcPr marL="91441" marR="91441" marT="45723" marB="45723"/>
                </a:tc>
                <a:tc>
                  <a:txBody>
                    <a:bodyPr/>
                    <a:lstStyle/>
                    <a:p>
                      <a:r>
                        <a:rPr lang="en-US" sz="1800" dirty="0"/>
                        <a:t>Cuts</a:t>
                      </a:r>
                    </a:p>
                  </a:txBody>
                  <a:tcPr marL="91441" marR="91441" marT="45723" marB="45723"/>
                </a:tc>
                <a:extLst>
                  <a:ext uri="{0D108BD9-81ED-4DB2-BD59-A6C34878D82A}">
                    <a16:rowId xmlns:a16="http://schemas.microsoft.com/office/drawing/2014/main" val="10002"/>
                  </a:ext>
                </a:extLst>
              </a:tr>
              <a:tr h="541901">
                <a:tc>
                  <a:txBody>
                    <a:bodyPr/>
                    <a:lstStyle/>
                    <a:p>
                      <a:r>
                        <a:rPr lang="en-US" sz="1800" dirty="0"/>
                        <a:t>-</a:t>
                      </a:r>
                      <a:r>
                        <a:rPr lang="en-US" sz="1800" dirty="0" err="1"/>
                        <a:t>ing</a:t>
                      </a:r>
                      <a:r>
                        <a:rPr lang="en-US" sz="1800" dirty="0"/>
                        <a:t> participle</a:t>
                      </a:r>
                    </a:p>
                  </a:txBody>
                  <a:tcPr marL="91441" marR="91441" marT="45723" marB="45723">
                    <a:lnR w="28575" cap="flat" cmpd="sng" algn="ctr">
                      <a:solidFill>
                        <a:schemeClr val="tx1"/>
                      </a:solidFill>
                      <a:prstDash val="solid"/>
                      <a:round/>
                      <a:headEnd type="none" w="med" len="med"/>
                      <a:tailEnd type="none" w="med" len="med"/>
                    </a:lnR>
                  </a:tcPr>
                </a:tc>
                <a:tc>
                  <a:txBody>
                    <a:bodyPr/>
                    <a:lstStyle/>
                    <a:p>
                      <a:r>
                        <a:rPr lang="en-US" sz="1800" dirty="0"/>
                        <a:t>Jumping</a:t>
                      </a:r>
                    </a:p>
                  </a:txBody>
                  <a:tcPr marL="91441" marR="91441" marT="45723" marB="45723">
                    <a:lnL w="28575" cap="flat" cmpd="sng" algn="ctr">
                      <a:solidFill>
                        <a:schemeClr val="tx1"/>
                      </a:solidFill>
                      <a:prstDash val="solid"/>
                      <a:round/>
                      <a:headEnd type="none" w="med" len="med"/>
                      <a:tailEnd type="none" w="med" len="med"/>
                    </a:lnL>
                  </a:tcPr>
                </a:tc>
                <a:tc>
                  <a:txBody>
                    <a:bodyPr/>
                    <a:lstStyle/>
                    <a:p>
                      <a:r>
                        <a:rPr lang="en-US" sz="1800" dirty="0">
                          <a:solidFill>
                            <a:srgbClr val="FF0000"/>
                          </a:solidFill>
                        </a:rPr>
                        <a:t>Parsing</a:t>
                      </a:r>
                    </a:p>
                  </a:txBody>
                  <a:tcPr marL="91441" marR="91441" marT="45723" marB="45723"/>
                </a:tc>
                <a:tc>
                  <a:txBody>
                    <a:bodyPr/>
                    <a:lstStyle/>
                    <a:p>
                      <a:r>
                        <a:rPr lang="en-US" sz="1800" dirty="0"/>
                        <a:t>Frying</a:t>
                      </a:r>
                    </a:p>
                  </a:txBody>
                  <a:tcPr marL="91441" marR="91441" marT="45723" marB="45723"/>
                </a:tc>
                <a:tc>
                  <a:txBody>
                    <a:bodyPr/>
                    <a:lstStyle/>
                    <a:p>
                      <a:r>
                        <a:rPr lang="en-US" sz="1800" dirty="0">
                          <a:solidFill>
                            <a:srgbClr val="FF0000"/>
                          </a:solidFill>
                        </a:rPr>
                        <a:t>Sobbing</a:t>
                      </a:r>
                    </a:p>
                  </a:txBody>
                  <a:tcPr marL="91441" marR="91441" marT="45723" marB="45723">
                    <a:lnR w="28575" cap="flat" cmpd="sng" algn="ctr">
                      <a:solidFill>
                        <a:schemeClr val="tx1"/>
                      </a:solidFill>
                      <a:prstDash val="solid"/>
                      <a:round/>
                      <a:headEnd type="none" w="med" len="med"/>
                      <a:tailEnd type="none" w="med" len="med"/>
                    </a:lnR>
                  </a:tcPr>
                </a:tc>
                <a:tc>
                  <a:txBody>
                    <a:bodyPr/>
                    <a:lstStyle/>
                    <a:p>
                      <a:r>
                        <a:rPr lang="en-US" sz="1800" dirty="0"/>
                        <a:t>Eating</a:t>
                      </a:r>
                    </a:p>
                  </a:txBody>
                  <a:tcPr marL="91441" marR="91441" marT="45723" marB="45723">
                    <a:lnL w="28575" cap="flat" cmpd="sng" algn="ctr">
                      <a:solidFill>
                        <a:schemeClr val="tx1"/>
                      </a:solidFill>
                      <a:prstDash val="solid"/>
                      <a:round/>
                      <a:headEnd type="none" w="med" len="med"/>
                      <a:tailEnd type="none" w="med" len="med"/>
                    </a:lnL>
                  </a:tcPr>
                </a:tc>
                <a:tc>
                  <a:txBody>
                    <a:bodyPr/>
                    <a:lstStyle/>
                    <a:p>
                      <a:r>
                        <a:rPr lang="en-US" sz="1800" dirty="0"/>
                        <a:t>Bringing</a:t>
                      </a:r>
                    </a:p>
                  </a:txBody>
                  <a:tcPr marL="91441" marR="91441" marT="45723" marB="45723"/>
                </a:tc>
                <a:tc>
                  <a:txBody>
                    <a:bodyPr/>
                    <a:lstStyle/>
                    <a:p>
                      <a:r>
                        <a:rPr lang="en-US" sz="1800" dirty="0">
                          <a:solidFill>
                            <a:srgbClr val="FF0000"/>
                          </a:solidFill>
                        </a:rPr>
                        <a:t>Cutting</a:t>
                      </a:r>
                    </a:p>
                  </a:txBody>
                  <a:tcPr marL="91441" marR="91441" marT="45723" marB="45723"/>
                </a:tc>
                <a:extLst>
                  <a:ext uri="{0D108BD9-81ED-4DB2-BD59-A6C34878D82A}">
                    <a16:rowId xmlns:a16="http://schemas.microsoft.com/office/drawing/2014/main" val="10003"/>
                  </a:ext>
                </a:extLst>
              </a:tr>
              <a:tr h="541901">
                <a:tc>
                  <a:txBody>
                    <a:bodyPr/>
                    <a:lstStyle/>
                    <a:p>
                      <a:r>
                        <a:rPr lang="en-US" sz="1800" dirty="0"/>
                        <a:t>Past form</a:t>
                      </a:r>
                    </a:p>
                  </a:txBody>
                  <a:tcPr marL="91441" marR="91441" marT="45723" marB="45723">
                    <a:lnR w="28575" cap="flat" cmpd="sng" algn="ctr">
                      <a:solidFill>
                        <a:schemeClr val="tx1"/>
                      </a:solidFill>
                      <a:prstDash val="solid"/>
                      <a:round/>
                      <a:headEnd type="none" w="med" len="med"/>
                      <a:tailEnd type="none" w="med" len="med"/>
                    </a:lnR>
                  </a:tcPr>
                </a:tc>
                <a:tc>
                  <a:txBody>
                    <a:bodyPr/>
                    <a:lstStyle/>
                    <a:p>
                      <a:r>
                        <a:rPr lang="en-US" sz="1800" dirty="0"/>
                        <a:t>Jumped</a:t>
                      </a:r>
                    </a:p>
                  </a:txBody>
                  <a:tcPr marL="91441" marR="91441" marT="45723" marB="45723">
                    <a:lnL w="28575" cap="flat" cmpd="sng" algn="ctr">
                      <a:solidFill>
                        <a:schemeClr val="tx1"/>
                      </a:solidFill>
                      <a:prstDash val="solid"/>
                      <a:round/>
                      <a:headEnd type="none" w="med" len="med"/>
                      <a:tailEnd type="none" w="med" len="med"/>
                    </a:lnL>
                  </a:tcPr>
                </a:tc>
                <a:tc>
                  <a:txBody>
                    <a:bodyPr/>
                    <a:lstStyle/>
                    <a:p>
                      <a:r>
                        <a:rPr lang="en-US" sz="1800" dirty="0">
                          <a:solidFill>
                            <a:srgbClr val="FF0000"/>
                          </a:solidFill>
                        </a:rPr>
                        <a:t>Parsed</a:t>
                      </a:r>
                    </a:p>
                  </a:txBody>
                  <a:tcPr marL="91441" marR="91441" marT="45723" marB="45723"/>
                </a:tc>
                <a:tc>
                  <a:txBody>
                    <a:bodyPr/>
                    <a:lstStyle/>
                    <a:p>
                      <a:r>
                        <a:rPr lang="en-US" sz="1800" dirty="0">
                          <a:solidFill>
                            <a:srgbClr val="FF0000"/>
                          </a:solidFill>
                        </a:rPr>
                        <a:t>Fried</a:t>
                      </a:r>
                    </a:p>
                  </a:txBody>
                  <a:tcPr marL="91441" marR="91441" marT="45723" marB="45723"/>
                </a:tc>
                <a:tc>
                  <a:txBody>
                    <a:bodyPr/>
                    <a:lstStyle/>
                    <a:p>
                      <a:r>
                        <a:rPr lang="en-US" sz="1800" dirty="0">
                          <a:solidFill>
                            <a:srgbClr val="FF0000"/>
                          </a:solidFill>
                        </a:rPr>
                        <a:t>Sobbed</a:t>
                      </a:r>
                    </a:p>
                  </a:txBody>
                  <a:tcPr marL="91441" marR="91441" marT="45723" marB="45723">
                    <a:lnR w="28575" cap="flat" cmpd="sng" algn="ctr">
                      <a:solidFill>
                        <a:schemeClr val="tx1"/>
                      </a:solidFill>
                      <a:prstDash val="solid"/>
                      <a:round/>
                      <a:headEnd type="none" w="med" len="med"/>
                      <a:tailEnd type="none" w="med" len="med"/>
                    </a:lnR>
                  </a:tcPr>
                </a:tc>
                <a:tc>
                  <a:txBody>
                    <a:bodyPr/>
                    <a:lstStyle/>
                    <a:p>
                      <a:r>
                        <a:rPr lang="en-US" sz="1800" dirty="0">
                          <a:solidFill>
                            <a:srgbClr val="008000"/>
                          </a:solidFill>
                        </a:rPr>
                        <a:t>Ate</a:t>
                      </a:r>
                    </a:p>
                  </a:txBody>
                  <a:tcPr marL="91441" marR="91441" marT="45723" marB="45723">
                    <a:lnL w="28575" cap="flat" cmpd="sng" algn="ctr">
                      <a:solidFill>
                        <a:schemeClr val="tx1"/>
                      </a:solidFill>
                      <a:prstDash val="solid"/>
                      <a:round/>
                      <a:headEnd type="none" w="med" len="med"/>
                      <a:tailEnd type="none" w="med" len="med"/>
                    </a:lnL>
                  </a:tcPr>
                </a:tc>
                <a:tc>
                  <a:txBody>
                    <a:bodyPr/>
                    <a:lstStyle/>
                    <a:p>
                      <a:r>
                        <a:rPr lang="en-US" sz="1800" dirty="0">
                          <a:solidFill>
                            <a:srgbClr val="008000"/>
                          </a:solidFill>
                        </a:rPr>
                        <a:t>Brought</a:t>
                      </a:r>
                    </a:p>
                  </a:txBody>
                  <a:tcPr marL="91441" marR="91441" marT="45723" marB="45723"/>
                </a:tc>
                <a:tc>
                  <a:txBody>
                    <a:bodyPr/>
                    <a:lstStyle/>
                    <a:p>
                      <a:r>
                        <a:rPr lang="en-US" sz="1800" dirty="0">
                          <a:solidFill>
                            <a:srgbClr val="008000"/>
                          </a:solidFill>
                        </a:rPr>
                        <a:t>Cut</a:t>
                      </a:r>
                    </a:p>
                  </a:txBody>
                  <a:tcPr marL="91441" marR="91441" marT="45723" marB="45723"/>
                </a:tc>
                <a:extLst>
                  <a:ext uri="{0D108BD9-81ED-4DB2-BD59-A6C34878D82A}">
                    <a16:rowId xmlns:a16="http://schemas.microsoft.com/office/drawing/2014/main" val="10004"/>
                  </a:ext>
                </a:extLst>
              </a:tr>
              <a:tr h="541901">
                <a:tc>
                  <a:txBody>
                    <a:bodyPr/>
                    <a:lstStyle/>
                    <a:p>
                      <a:r>
                        <a:rPr lang="en-US" sz="1800" dirty="0"/>
                        <a:t>–</a:t>
                      </a:r>
                      <a:r>
                        <a:rPr lang="en-US" sz="1800" dirty="0" err="1"/>
                        <a:t>ed</a:t>
                      </a:r>
                      <a:r>
                        <a:rPr lang="en-US" sz="1800" dirty="0"/>
                        <a:t> participle</a:t>
                      </a:r>
                    </a:p>
                  </a:txBody>
                  <a:tcPr marL="91441" marR="91441" marT="45723" marB="45723">
                    <a:lnR w="28575" cap="flat" cmpd="sng" algn="ctr">
                      <a:solidFill>
                        <a:schemeClr val="tx1"/>
                      </a:solidFill>
                      <a:prstDash val="solid"/>
                      <a:round/>
                      <a:headEnd type="none" w="med" len="med"/>
                      <a:tailEnd type="none" w="med" len="med"/>
                    </a:lnR>
                  </a:tcPr>
                </a:tc>
                <a:tc>
                  <a:txBody>
                    <a:bodyPr/>
                    <a:lstStyle/>
                    <a:p>
                      <a:r>
                        <a:rPr lang="en-US" sz="1800" dirty="0"/>
                        <a:t>Jumped</a:t>
                      </a:r>
                    </a:p>
                  </a:txBody>
                  <a:tcPr marL="91441" marR="91441" marT="45723" marB="45723">
                    <a:lnL w="28575" cap="flat" cmpd="sng" algn="ctr">
                      <a:solidFill>
                        <a:schemeClr val="tx1"/>
                      </a:solidFill>
                      <a:prstDash val="solid"/>
                      <a:round/>
                      <a:headEnd type="none" w="med" len="med"/>
                      <a:tailEnd type="none" w="med" len="med"/>
                    </a:lnL>
                  </a:tcPr>
                </a:tc>
                <a:tc>
                  <a:txBody>
                    <a:bodyPr/>
                    <a:lstStyle/>
                    <a:p>
                      <a:r>
                        <a:rPr lang="en-US" sz="1800" dirty="0">
                          <a:solidFill>
                            <a:srgbClr val="FF0000"/>
                          </a:solidFill>
                        </a:rPr>
                        <a:t>Parsed</a:t>
                      </a:r>
                    </a:p>
                  </a:txBody>
                  <a:tcPr marL="91441" marR="91441" marT="45723" marB="45723"/>
                </a:tc>
                <a:tc>
                  <a:txBody>
                    <a:bodyPr/>
                    <a:lstStyle/>
                    <a:p>
                      <a:r>
                        <a:rPr lang="en-US" sz="1800" dirty="0">
                          <a:solidFill>
                            <a:srgbClr val="FF0000"/>
                          </a:solidFill>
                        </a:rPr>
                        <a:t>Fried</a:t>
                      </a:r>
                    </a:p>
                  </a:txBody>
                  <a:tcPr marL="91441" marR="91441" marT="45723" marB="45723"/>
                </a:tc>
                <a:tc>
                  <a:txBody>
                    <a:bodyPr/>
                    <a:lstStyle/>
                    <a:p>
                      <a:r>
                        <a:rPr lang="en-US" sz="1800" dirty="0">
                          <a:solidFill>
                            <a:srgbClr val="FF0000"/>
                          </a:solidFill>
                        </a:rPr>
                        <a:t>Sobbed</a:t>
                      </a:r>
                    </a:p>
                  </a:txBody>
                  <a:tcPr marL="91441" marR="91441" marT="45723" marB="45723">
                    <a:lnR w="28575" cap="flat" cmpd="sng" algn="ctr">
                      <a:solidFill>
                        <a:schemeClr val="tx1"/>
                      </a:solidFill>
                      <a:prstDash val="solid"/>
                      <a:round/>
                      <a:headEnd type="none" w="med" len="med"/>
                      <a:tailEnd type="none" w="med" len="med"/>
                    </a:lnR>
                  </a:tcPr>
                </a:tc>
                <a:tc>
                  <a:txBody>
                    <a:bodyPr/>
                    <a:lstStyle/>
                    <a:p>
                      <a:r>
                        <a:rPr lang="en-US" sz="1800" dirty="0">
                          <a:solidFill>
                            <a:srgbClr val="008000"/>
                          </a:solidFill>
                        </a:rPr>
                        <a:t>Eaten</a:t>
                      </a:r>
                    </a:p>
                  </a:txBody>
                  <a:tcPr marL="91441" marR="91441" marT="45723" marB="45723">
                    <a:lnL w="28575" cap="flat" cmpd="sng" algn="ctr">
                      <a:solidFill>
                        <a:schemeClr val="tx1"/>
                      </a:solidFill>
                      <a:prstDash val="solid"/>
                      <a:round/>
                      <a:headEnd type="none" w="med" len="med"/>
                      <a:tailEnd type="none" w="med" len="med"/>
                    </a:lnL>
                  </a:tcPr>
                </a:tc>
                <a:tc>
                  <a:txBody>
                    <a:bodyPr/>
                    <a:lstStyle/>
                    <a:p>
                      <a:r>
                        <a:rPr lang="en-US" sz="1800" dirty="0">
                          <a:solidFill>
                            <a:srgbClr val="008000"/>
                          </a:solidFill>
                        </a:rPr>
                        <a:t>Brought</a:t>
                      </a:r>
                    </a:p>
                  </a:txBody>
                  <a:tcPr marL="91441" marR="91441" marT="45723" marB="45723"/>
                </a:tc>
                <a:tc>
                  <a:txBody>
                    <a:bodyPr/>
                    <a:lstStyle/>
                    <a:p>
                      <a:r>
                        <a:rPr lang="en-US" sz="1800" dirty="0">
                          <a:solidFill>
                            <a:srgbClr val="008000"/>
                          </a:solidFill>
                        </a:rPr>
                        <a:t>Cut</a:t>
                      </a:r>
                    </a:p>
                  </a:txBody>
                  <a:tcPr marL="91441" marR="91441" marT="45723" marB="45723"/>
                </a:tc>
                <a:extLst>
                  <a:ext uri="{0D108BD9-81ED-4DB2-BD59-A6C34878D82A}">
                    <a16:rowId xmlns:a16="http://schemas.microsoft.com/office/drawing/2014/main" val="10005"/>
                  </a:ext>
                </a:extLst>
              </a:tr>
            </a:tbl>
          </a:graphicData>
        </a:graphic>
      </p:graphicFrame>
      <p:sp>
        <p:nvSpPr>
          <p:cNvPr id="17471" name="TextBox 3">
            <a:extLst>
              <a:ext uri="{FF2B5EF4-FFF2-40B4-BE49-F238E27FC236}">
                <a16:creationId xmlns:a16="http://schemas.microsoft.com/office/drawing/2014/main" id="{352688CB-F701-43E5-A04D-5FBD562B5AE5}"/>
              </a:ext>
            </a:extLst>
          </p:cNvPr>
          <p:cNvSpPr txBox="1">
            <a:spLocks noChangeArrowheads="1"/>
          </p:cNvSpPr>
          <p:nvPr/>
        </p:nvSpPr>
        <p:spPr bwMode="auto">
          <a:xfrm>
            <a:off x="1752600" y="5029201"/>
            <a:ext cx="38862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solidFill>
                  <a:srgbClr val="FF0000"/>
                </a:solidFill>
                <a:latin typeface="Calibri" panose="020F0502020204030204" pitchFamily="34" charset="0"/>
              </a:rPr>
              <a:t>Forms governed by spelling rules</a:t>
            </a:r>
          </a:p>
          <a:p>
            <a:pPr eaLnBrk="1" hangingPunct="1"/>
            <a:r>
              <a:rPr lang="en-US" altLang="en-US">
                <a:solidFill>
                  <a:srgbClr val="008000"/>
                </a:solidFill>
                <a:latin typeface="Calibri" panose="020F0502020204030204" pitchFamily="34" charset="0"/>
              </a:rPr>
              <a:t>Idiosyncratic forms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6268664C-6BC4-48F7-BD55-81644A785C33}"/>
              </a:ext>
            </a:extLst>
          </p:cNvPr>
          <p:cNvSpPr>
            <a:spLocks noGrp="1"/>
          </p:cNvSpPr>
          <p:nvPr>
            <p:ph type="title"/>
          </p:nvPr>
        </p:nvSpPr>
        <p:spPr/>
        <p:txBody>
          <a:bodyPr/>
          <a:lstStyle/>
          <a:p>
            <a:pPr eaLnBrk="1" hangingPunct="1"/>
            <a:r>
              <a:rPr lang="en-US" altLang="en-US"/>
              <a:t>Morphological Parsing</a:t>
            </a:r>
          </a:p>
        </p:txBody>
      </p:sp>
      <p:sp>
        <p:nvSpPr>
          <p:cNvPr id="18435" name="Content Placeholder 2">
            <a:extLst>
              <a:ext uri="{FF2B5EF4-FFF2-40B4-BE49-F238E27FC236}">
                <a16:creationId xmlns:a16="http://schemas.microsoft.com/office/drawing/2014/main" id="{376B8C5F-80E7-4190-83E6-5992DC51ACC8}"/>
              </a:ext>
            </a:extLst>
          </p:cNvPr>
          <p:cNvSpPr>
            <a:spLocks noGrp="1"/>
          </p:cNvSpPr>
          <p:nvPr>
            <p:ph idx="1"/>
          </p:nvPr>
        </p:nvSpPr>
        <p:spPr/>
        <p:txBody>
          <a:bodyPr/>
          <a:lstStyle/>
          <a:p>
            <a:pPr eaLnBrk="1" hangingPunct="1"/>
            <a:r>
              <a:rPr lang="en-US" altLang="en-US"/>
              <a:t>Finding </a:t>
            </a:r>
          </a:p>
          <a:p>
            <a:pPr lvl="1" eaLnBrk="1" hangingPunct="1"/>
            <a:r>
              <a:rPr lang="en-US" altLang="en-US"/>
              <a:t>Constituent morphemes</a:t>
            </a:r>
          </a:p>
          <a:p>
            <a:pPr lvl="1" eaLnBrk="1" hangingPunct="1"/>
            <a:r>
              <a:rPr lang="en-US" altLang="en-US"/>
              <a:t>Features </a:t>
            </a:r>
          </a:p>
        </p:txBody>
      </p:sp>
      <p:graphicFrame>
        <p:nvGraphicFramePr>
          <p:cNvPr id="4" name="Table 3">
            <a:extLst>
              <a:ext uri="{FF2B5EF4-FFF2-40B4-BE49-F238E27FC236}">
                <a16:creationId xmlns:a16="http://schemas.microsoft.com/office/drawing/2014/main" id="{E4F6934D-BE20-470B-90C6-53EBF3E8F978}"/>
              </a:ext>
            </a:extLst>
          </p:cNvPr>
          <p:cNvGraphicFramePr>
            <a:graphicFrameLocks noGrp="1"/>
          </p:cNvGraphicFramePr>
          <p:nvPr/>
        </p:nvGraphicFramePr>
        <p:xfrm>
          <a:off x="2438400" y="3352800"/>
          <a:ext cx="7543800" cy="2743200"/>
        </p:xfrm>
        <a:graphic>
          <a:graphicData uri="http://schemas.openxmlformats.org/drawingml/2006/table">
            <a:tbl>
              <a:tblPr firstRow="1" bandRow="1">
                <a:tableStyleId>{5940675A-B579-460E-94D1-54222C63F5DA}</a:tableStyleId>
              </a:tblPr>
              <a:tblGrid>
                <a:gridCol w="1516851">
                  <a:extLst>
                    <a:ext uri="{9D8B030D-6E8A-4147-A177-3AD203B41FA5}">
                      <a16:colId xmlns:a16="http://schemas.microsoft.com/office/drawing/2014/main" val="20000"/>
                    </a:ext>
                  </a:extLst>
                </a:gridCol>
                <a:gridCol w="6026949">
                  <a:extLst>
                    <a:ext uri="{9D8B030D-6E8A-4147-A177-3AD203B41FA5}">
                      <a16:colId xmlns:a16="http://schemas.microsoft.com/office/drawing/2014/main" val="20001"/>
                    </a:ext>
                  </a:extLst>
                </a:gridCol>
              </a:tblGrid>
              <a:tr h="370840">
                <a:tc>
                  <a:txBody>
                    <a:bodyPr/>
                    <a:lstStyle/>
                    <a:p>
                      <a:r>
                        <a:rPr lang="en-US" sz="2400" b="1" dirty="0"/>
                        <a:t>Input</a:t>
                      </a:r>
                    </a:p>
                  </a:txBody>
                  <a:tcPr/>
                </a:tc>
                <a:tc>
                  <a:txBody>
                    <a:bodyPr/>
                    <a:lstStyle/>
                    <a:p>
                      <a:r>
                        <a:rPr lang="en-US" sz="2400" b="1" dirty="0"/>
                        <a:t>Morphological Parsed Output</a:t>
                      </a:r>
                    </a:p>
                  </a:txBody>
                  <a:tcPr/>
                </a:tc>
                <a:extLst>
                  <a:ext uri="{0D108BD9-81ED-4DB2-BD59-A6C34878D82A}">
                    <a16:rowId xmlns:a16="http://schemas.microsoft.com/office/drawing/2014/main" val="10000"/>
                  </a:ext>
                </a:extLst>
              </a:tr>
              <a:tr h="370840">
                <a:tc>
                  <a:txBody>
                    <a:bodyPr/>
                    <a:lstStyle/>
                    <a:p>
                      <a:r>
                        <a:rPr lang="en-US" sz="2400" dirty="0"/>
                        <a:t>cats</a:t>
                      </a:r>
                    </a:p>
                  </a:txBody>
                  <a:tcPr/>
                </a:tc>
                <a:tc>
                  <a:txBody>
                    <a:bodyPr/>
                    <a:lstStyle/>
                    <a:p>
                      <a:r>
                        <a:rPr lang="en-US" sz="2400" dirty="0"/>
                        <a:t>cat +N</a:t>
                      </a:r>
                      <a:r>
                        <a:rPr lang="en-US" sz="2400" baseline="0" dirty="0"/>
                        <a:t> +PL</a:t>
                      </a:r>
                      <a:endParaRPr lang="en-US" sz="2400" dirty="0"/>
                    </a:p>
                  </a:txBody>
                  <a:tcPr/>
                </a:tc>
                <a:extLst>
                  <a:ext uri="{0D108BD9-81ED-4DB2-BD59-A6C34878D82A}">
                    <a16:rowId xmlns:a16="http://schemas.microsoft.com/office/drawing/2014/main" val="10001"/>
                  </a:ext>
                </a:extLst>
              </a:tr>
              <a:tr h="370840">
                <a:tc>
                  <a:txBody>
                    <a:bodyPr/>
                    <a:lstStyle/>
                    <a:p>
                      <a:r>
                        <a:rPr lang="en-US" sz="2400" dirty="0"/>
                        <a:t>geese</a:t>
                      </a:r>
                    </a:p>
                  </a:txBody>
                  <a:tcPr/>
                </a:tc>
                <a:tc>
                  <a:txBody>
                    <a:bodyPr/>
                    <a:lstStyle/>
                    <a:p>
                      <a:r>
                        <a:rPr lang="en-US" sz="2400" dirty="0"/>
                        <a:t>goose +N +PL</a:t>
                      </a:r>
                    </a:p>
                  </a:txBody>
                  <a:tcPr/>
                </a:tc>
                <a:extLst>
                  <a:ext uri="{0D108BD9-81ED-4DB2-BD59-A6C34878D82A}">
                    <a16:rowId xmlns:a16="http://schemas.microsoft.com/office/drawing/2014/main" val="10002"/>
                  </a:ext>
                </a:extLst>
              </a:tr>
              <a:tr h="370840">
                <a:tc>
                  <a:txBody>
                    <a:bodyPr/>
                    <a:lstStyle/>
                    <a:p>
                      <a:r>
                        <a:rPr lang="en-US" sz="2400" dirty="0"/>
                        <a:t>goose</a:t>
                      </a:r>
                    </a:p>
                  </a:txBody>
                  <a:tcPr/>
                </a:tc>
                <a:tc>
                  <a:txBody>
                    <a:bodyPr/>
                    <a:lstStyle/>
                    <a:p>
                      <a:r>
                        <a:rPr lang="en-US" sz="2400" dirty="0"/>
                        <a:t>(goose +N +SG) or (goose +V)</a:t>
                      </a:r>
                    </a:p>
                  </a:txBody>
                  <a:tcPr/>
                </a:tc>
                <a:extLst>
                  <a:ext uri="{0D108BD9-81ED-4DB2-BD59-A6C34878D82A}">
                    <a16:rowId xmlns:a16="http://schemas.microsoft.com/office/drawing/2014/main" val="10003"/>
                  </a:ext>
                </a:extLst>
              </a:tr>
              <a:tr h="370840">
                <a:tc>
                  <a:txBody>
                    <a:bodyPr/>
                    <a:lstStyle/>
                    <a:p>
                      <a:r>
                        <a:rPr lang="en-US" sz="2400" dirty="0"/>
                        <a:t>gooses</a:t>
                      </a:r>
                    </a:p>
                  </a:txBody>
                  <a:tcPr/>
                </a:tc>
                <a:tc>
                  <a:txBody>
                    <a:bodyPr/>
                    <a:lstStyle/>
                    <a:p>
                      <a:r>
                        <a:rPr lang="en-US" sz="2400" dirty="0"/>
                        <a:t>goose +V +3G</a:t>
                      </a:r>
                    </a:p>
                  </a:txBody>
                  <a:tcPr/>
                </a:tc>
                <a:extLst>
                  <a:ext uri="{0D108BD9-81ED-4DB2-BD59-A6C34878D82A}">
                    <a16:rowId xmlns:a16="http://schemas.microsoft.com/office/drawing/2014/main" val="10004"/>
                  </a:ext>
                </a:extLst>
              </a:tr>
              <a:tr h="370840">
                <a:tc>
                  <a:txBody>
                    <a:bodyPr/>
                    <a:lstStyle/>
                    <a:p>
                      <a:r>
                        <a:rPr lang="en-US" sz="2400" dirty="0"/>
                        <a:t>caught</a:t>
                      </a:r>
                    </a:p>
                  </a:txBody>
                  <a:tcPr/>
                </a:tc>
                <a:tc>
                  <a:txBody>
                    <a:bodyPr/>
                    <a:lstStyle/>
                    <a:p>
                      <a:r>
                        <a:rPr lang="en-US" sz="2400" dirty="0"/>
                        <a:t>(catch +V +PAST-PART) or (catch +V +PAST)</a:t>
                      </a: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5F363B94-C417-4ACA-9BC5-FEB2DC9FAFFC}"/>
              </a:ext>
            </a:extLst>
          </p:cNvPr>
          <p:cNvSpPr>
            <a:spLocks noGrp="1"/>
          </p:cNvSpPr>
          <p:nvPr>
            <p:ph type="title"/>
          </p:nvPr>
        </p:nvSpPr>
        <p:spPr/>
        <p:txBody>
          <a:bodyPr/>
          <a:lstStyle/>
          <a:p>
            <a:pPr eaLnBrk="1" hangingPunct="1"/>
            <a:r>
              <a:rPr lang="en-US" altLang="en-US" dirty="0"/>
              <a:t>Morphological parser</a:t>
            </a:r>
          </a:p>
        </p:txBody>
      </p:sp>
      <p:graphicFrame>
        <p:nvGraphicFramePr>
          <p:cNvPr id="4" name="Content Placeholder 3">
            <a:extLst>
              <a:ext uri="{FF2B5EF4-FFF2-40B4-BE49-F238E27FC236}">
                <a16:creationId xmlns:a16="http://schemas.microsoft.com/office/drawing/2014/main" id="{F812381F-A4C0-4288-A638-9710F967189C}"/>
              </a:ext>
            </a:extLst>
          </p:cNvPr>
          <p:cNvGraphicFramePr>
            <a:graphicFrameLocks noGrp="1"/>
          </p:cNvGraphicFramePr>
          <p:nvPr>
            <p:ph idx="1"/>
          </p:nvPr>
        </p:nvGraphicFramePr>
        <p:xfrm>
          <a:off x="1981200" y="1600200"/>
          <a:ext cx="8229600" cy="4297662"/>
        </p:xfrm>
        <a:graphic>
          <a:graphicData uri="http://schemas.openxmlformats.org/drawingml/2006/table">
            <a:tbl>
              <a:tblPr firstRow="1" bandRow="1">
                <a:tableStyleId>{5940675A-B579-460E-94D1-54222C63F5DA}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1188632">
                <a:tc>
                  <a:txBody>
                    <a:bodyPr/>
                    <a:lstStyle/>
                    <a:p>
                      <a:r>
                        <a:rPr lang="en-US" sz="2400" dirty="0"/>
                        <a:t>Lexicon</a:t>
                      </a:r>
                      <a:endParaRPr lang="en-US" sz="2400" i="1" dirty="0"/>
                    </a:p>
                  </a:txBody>
                  <a:tcPr marT="45717" marB="45717"/>
                </a:tc>
                <a:tc>
                  <a:txBody>
                    <a:bodyPr/>
                    <a:lstStyle/>
                    <a:p>
                      <a:r>
                        <a:rPr lang="en-US" sz="2400" dirty="0"/>
                        <a:t>List of stems and suffixes along with basic information about them</a:t>
                      </a:r>
                    </a:p>
                  </a:txBody>
                  <a:tcPr marT="45717" marB="45717"/>
                </a:tc>
                <a:extLst>
                  <a:ext uri="{0D108BD9-81ED-4DB2-BD59-A6C34878D82A}">
                    <a16:rowId xmlns:a16="http://schemas.microsoft.com/office/drawing/2014/main" val="10000"/>
                  </a:ext>
                </a:extLst>
              </a:tr>
              <a:tr h="1554365">
                <a:tc>
                  <a:txBody>
                    <a:bodyPr/>
                    <a:lstStyle/>
                    <a:p>
                      <a:r>
                        <a:rPr lang="en-US" sz="2400" dirty="0" err="1"/>
                        <a:t>Morphotactics</a:t>
                      </a:r>
                      <a:endParaRPr lang="en-US" sz="2400" dirty="0"/>
                    </a:p>
                  </a:txBody>
                  <a:tcPr marT="45717" marB="45717"/>
                </a:tc>
                <a:tc>
                  <a:txBody>
                    <a:bodyPr/>
                    <a:lstStyle/>
                    <a:p>
                      <a:r>
                        <a:rPr lang="en-US" sz="2400" dirty="0"/>
                        <a:t>A model of morpheme ordering that explains which classes of morphemes can follow other classes of morphemes</a:t>
                      </a:r>
                    </a:p>
                  </a:txBody>
                  <a:tcPr marT="45717" marB="45717"/>
                </a:tc>
                <a:extLst>
                  <a:ext uri="{0D108BD9-81ED-4DB2-BD59-A6C34878D82A}">
                    <a16:rowId xmlns:a16="http://schemas.microsoft.com/office/drawing/2014/main" val="10001"/>
                  </a:ext>
                </a:extLst>
              </a:tr>
              <a:tr h="1554365">
                <a:tc>
                  <a:txBody>
                    <a:bodyPr/>
                    <a:lstStyle/>
                    <a:p>
                      <a:r>
                        <a:rPr lang="en-US" sz="2400" dirty="0"/>
                        <a:t>Orthographic Rules</a:t>
                      </a:r>
                    </a:p>
                  </a:txBody>
                  <a:tcPr marT="45717" marB="45717"/>
                </a:tc>
                <a:tc>
                  <a:txBody>
                    <a:bodyPr/>
                    <a:lstStyle/>
                    <a:p>
                      <a:r>
                        <a:rPr lang="en-US" sz="2400" dirty="0"/>
                        <a:t>Spelling rules used to model the changes that occur in the work usually when two morphemes combine</a:t>
                      </a:r>
                    </a:p>
                  </a:txBody>
                  <a:tcPr marT="45717" marB="45717"/>
                </a:tc>
                <a:extLst>
                  <a:ext uri="{0D108BD9-81ED-4DB2-BD59-A6C34878D82A}">
                    <a16:rowId xmlns:a16="http://schemas.microsoft.com/office/drawing/2014/main" val="10002"/>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7A2EC-4E50-4875-8B8C-04654945343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A6E6B25-9ECB-436A-8CBA-9E2DD590DB5B}"/>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A56FB308-E116-4334-A841-AD3D65A23610}"/>
              </a:ext>
            </a:extLst>
          </p:cNvPr>
          <p:cNvPicPr>
            <a:picLocks noChangeAspect="1"/>
          </p:cNvPicPr>
          <p:nvPr/>
        </p:nvPicPr>
        <p:blipFill>
          <a:blip r:embed="rId2"/>
          <a:stretch>
            <a:fillRect/>
          </a:stretch>
        </p:blipFill>
        <p:spPr>
          <a:xfrm>
            <a:off x="1058091" y="354462"/>
            <a:ext cx="9940835" cy="5495925"/>
          </a:xfrm>
          <a:prstGeom prst="rect">
            <a:avLst/>
          </a:prstGeom>
        </p:spPr>
      </p:pic>
      <p:sp>
        <p:nvSpPr>
          <p:cNvPr id="7" name="TextBox 6">
            <a:extLst>
              <a:ext uri="{FF2B5EF4-FFF2-40B4-BE49-F238E27FC236}">
                <a16:creationId xmlns:a16="http://schemas.microsoft.com/office/drawing/2014/main" id="{F641E9B4-3775-44CB-8CC9-E917D4878680}"/>
              </a:ext>
            </a:extLst>
          </p:cNvPr>
          <p:cNvSpPr txBox="1"/>
          <p:nvPr/>
        </p:nvSpPr>
        <p:spPr>
          <a:xfrm>
            <a:off x="2001884" y="6155143"/>
            <a:ext cx="6093822" cy="646331"/>
          </a:xfrm>
          <a:prstGeom prst="rect">
            <a:avLst/>
          </a:prstGeom>
          <a:noFill/>
        </p:spPr>
        <p:txBody>
          <a:bodyPr wrap="square">
            <a:spAutoFit/>
          </a:bodyPr>
          <a:lstStyle/>
          <a:p>
            <a:r>
              <a:rPr lang="en-IN" dirty="0">
                <a:hlinkClick r:id="rId3"/>
              </a:rPr>
              <a:t>https://www.youtube.com/watch?v=RIfmj7BSVxE&amp;t=162s</a:t>
            </a:r>
            <a:endParaRPr lang="en-IN" dirty="0"/>
          </a:p>
          <a:p>
            <a:r>
              <a:rPr lang="en-IN" dirty="0"/>
              <a:t>https://www.youtube.com/watch?v=U5oHxrDVfMU</a:t>
            </a:r>
          </a:p>
        </p:txBody>
      </p:sp>
    </p:spTree>
    <p:extLst>
      <p:ext uri="{BB962C8B-B14F-4D97-AF65-F5344CB8AC3E}">
        <p14:creationId xmlns:p14="http://schemas.microsoft.com/office/powerpoint/2010/main" val="11046875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3095D-B73A-44EE-90DC-2B1AB88F8FF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B8349AB-A531-4707-9CCE-0D1AD2A5166F}"/>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F7F5DA74-762F-4C3C-9BB7-E28A3A3568BD}"/>
              </a:ext>
            </a:extLst>
          </p:cNvPr>
          <p:cNvPicPr>
            <a:picLocks noChangeAspect="1"/>
          </p:cNvPicPr>
          <p:nvPr/>
        </p:nvPicPr>
        <p:blipFill>
          <a:blip r:embed="rId2"/>
          <a:stretch>
            <a:fillRect/>
          </a:stretch>
        </p:blipFill>
        <p:spPr>
          <a:xfrm>
            <a:off x="705393" y="940526"/>
            <a:ext cx="10228217" cy="5003074"/>
          </a:xfrm>
          <a:prstGeom prst="rect">
            <a:avLst/>
          </a:prstGeom>
        </p:spPr>
      </p:pic>
    </p:spTree>
    <p:extLst>
      <p:ext uri="{BB962C8B-B14F-4D97-AF65-F5344CB8AC3E}">
        <p14:creationId xmlns:p14="http://schemas.microsoft.com/office/powerpoint/2010/main" val="10474838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C2622-77CB-4782-9824-A752DE28331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D669797-B839-46C1-A61E-81C1A65A3EB5}"/>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E7E03B77-2A7D-41CC-8DF6-EA56439C5C8E}"/>
              </a:ext>
            </a:extLst>
          </p:cNvPr>
          <p:cNvPicPr>
            <a:picLocks noChangeAspect="1"/>
          </p:cNvPicPr>
          <p:nvPr/>
        </p:nvPicPr>
        <p:blipFill>
          <a:blip r:embed="rId2"/>
          <a:stretch>
            <a:fillRect/>
          </a:stretch>
        </p:blipFill>
        <p:spPr>
          <a:xfrm>
            <a:off x="679269" y="365125"/>
            <a:ext cx="9993085" cy="5709104"/>
          </a:xfrm>
          <a:prstGeom prst="rect">
            <a:avLst/>
          </a:prstGeom>
        </p:spPr>
      </p:pic>
    </p:spTree>
    <p:extLst>
      <p:ext uri="{BB962C8B-B14F-4D97-AF65-F5344CB8AC3E}">
        <p14:creationId xmlns:p14="http://schemas.microsoft.com/office/powerpoint/2010/main" val="14041463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5356F-B288-423F-9C6C-E1104A51FCED}"/>
              </a:ext>
            </a:extLst>
          </p:cNvPr>
          <p:cNvSpPr>
            <a:spLocks noGrp="1"/>
          </p:cNvSpPr>
          <p:nvPr>
            <p:ph type="title"/>
          </p:nvPr>
        </p:nvSpPr>
        <p:spPr/>
        <p:txBody>
          <a:bodyPr/>
          <a:lstStyle/>
          <a:p>
            <a:r>
              <a:rPr lang="en-US" dirty="0"/>
              <a:t>FSA</a:t>
            </a:r>
            <a:endParaRPr lang="en-IN" dirty="0"/>
          </a:p>
        </p:txBody>
      </p:sp>
      <p:sp>
        <p:nvSpPr>
          <p:cNvPr id="3" name="Content Placeholder 2">
            <a:extLst>
              <a:ext uri="{FF2B5EF4-FFF2-40B4-BE49-F238E27FC236}">
                <a16:creationId xmlns:a16="http://schemas.microsoft.com/office/drawing/2014/main" id="{AE20AEC7-1509-4E3D-B213-FC5EC5CECEFC}"/>
              </a:ext>
            </a:extLst>
          </p:cNvPr>
          <p:cNvSpPr>
            <a:spLocks noGrp="1"/>
          </p:cNvSpPr>
          <p:nvPr>
            <p:ph idx="1"/>
          </p:nvPr>
        </p:nvSpPr>
        <p:spPr/>
        <p:txBody>
          <a:bodyPr/>
          <a:lstStyle/>
          <a:p>
            <a:r>
              <a:rPr lang="en-US" sz="1800" dirty="0">
                <a:effectLst/>
                <a:latin typeface="Times New Roman" panose="02020603050405020304" pitchFamily="18" charset="0"/>
                <a:ea typeface="Calibri" panose="020F0502020204030204" pitchFamily="34" charset="0"/>
              </a:rPr>
              <a:t>draw a single finite state automata for the following string:  a*</a:t>
            </a:r>
            <a:r>
              <a:rPr lang="en-US" sz="1800" dirty="0" err="1">
                <a:effectLst/>
                <a:latin typeface="Times New Roman" panose="02020603050405020304" pitchFamily="18" charset="0"/>
                <a:ea typeface="Calibri" panose="020F0502020204030204" pitchFamily="34" charset="0"/>
              </a:rPr>
              <a:t>ba</a:t>
            </a:r>
            <a:r>
              <a:rPr lang="en-US" sz="1800" dirty="0">
                <a:effectLst/>
                <a:latin typeface="Times New Roman" panose="02020603050405020304" pitchFamily="18" charset="0"/>
                <a:ea typeface="Calibri" panose="020F0502020204030204" pitchFamily="34" charset="0"/>
              </a:rPr>
              <a:t>*</a:t>
            </a:r>
            <a:endParaRPr lang="en-IN" dirty="0"/>
          </a:p>
        </p:txBody>
      </p:sp>
      <p:pic>
        <p:nvPicPr>
          <p:cNvPr id="5" name="Picture 4">
            <a:extLst>
              <a:ext uri="{FF2B5EF4-FFF2-40B4-BE49-F238E27FC236}">
                <a16:creationId xmlns:a16="http://schemas.microsoft.com/office/drawing/2014/main" id="{DD47CD17-01F6-4C71-8A2E-B2D219DB0EDA}"/>
              </a:ext>
            </a:extLst>
          </p:cNvPr>
          <p:cNvPicPr>
            <a:picLocks noChangeAspect="1"/>
          </p:cNvPicPr>
          <p:nvPr/>
        </p:nvPicPr>
        <p:blipFill>
          <a:blip r:embed="rId2"/>
          <a:stretch>
            <a:fillRect/>
          </a:stretch>
        </p:blipFill>
        <p:spPr>
          <a:xfrm>
            <a:off x="3967162" y="2643981"/>
            <a:ext cx="4257675" cy="2714625"/>
          </a:xfrm>
          <a:prstGeom prst="rect">
            <a:avLst/>
          </a:prstGeom>
        </p:spPr>
      </p:pic>
    </p:spTree>
    <p:extLst>
      <p:ext uri="{BB962C8B-B14F-4D97-AF65-F5344CB8AC3E}">
        <p14:creationId xmlns:p14="http://schemas.microsoft.com/office/powerpoint/2010/main" val="22715207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B6959-377B-450B-A9E3-8EFF977A9EA4}"/>
              </a:ext>
            </a:extLst>
          </p:cNvPr>
          <p:cNvSpPr>
            <a:spLocks noGrp="1"/>
          </p:cNvSpPr>
          <p:nvPr>
            <p:ph type="title"/>
          </p:nvPr>
        </p:nvSpPr>
        <p:spPr/>
        <p:txBody>
          <a:bodyPr/>
          <a:lstStyle/>
          <a:p>
            <a:r>
              <a:rPr lang="en-US" dirty="0"/>
              <a:t>FSA for talking sheep/sheep language/baa+!</a:t>
            </a:r>
            <a:endParaRPr lang="en-IN" dirty="0"/>
          </a:p>
        </p:txBody>
      </p:sp>
      <p:sp>
        <p:nvSpPr>
          <p:cNvPr id="3" name="Content Placeholder 2">
            <a:extLst>
              <a:ext uri="{FF2B5EF4-FFF2-40B4-BE49-F238E27FC236}">
                <a16:creationId xmlns:a16="http://schemas.microsoft.com/office/drawing/2014/main" id="{D01A73C5-9172-4CAA-87D3-A0E8617985D3}"/>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F8E91540-678C-4C32-949D-E8589CAE9E63}"/>
              </a:ext>
            </a:extLst>
          </p:cNvPr>
          <p:cNvPicPr>
            <a:picLocks noChangeAspect="1"/>
          </p:cNvPicPr>
          <p:nvPr/>
        </p:nvPicPr>
        <p:blipFill>
          <a:blip r:embed="rId2"/>
          <a:stretch>
            <a:fillRect/>
          </a:stretch>
        </p:blipFill>
        <p:spPr>
          <a:xfrm>
            <a:off x="2428875" y="2228850"/>
            <a:ext cx="7334250" cy="2400300"/>
          </a:xfrm>
          <a:prstGeom prst="rect">
            <a:avLst/>
          </a:prstGeom>
        </p:spPr>
      </p:pic>
    </p:spTree>
    <p:extLst>
      <p:ext uri="{BB962C8B-B14F-4D97-AF65-F5344CB8AC3E}">
        <p14:creationId xmlns:p14="http://schemas.microsoft.com/office/powerpoint/2010/main" val="21366234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3">
            <a:extLst>
              <a:ext uri="{FF2B5EF4-FFF2-40B4-BE49-F238E27FC236}">
                <a16:creationId xmlns:a16="http://schemas.microsoft.com/office/drawing/2014/main" id="{1790DAFB-E102-45F3-B3CF-48B67458B3F6}"/>
              </a:ext>
            </a:extLst>
          </p:cNvPr>
          <p:cNvSpPr>
            <a:spLocks noGrp="1"/>
          </p:cNvSpPr>
          <p:nvPr>
            <p:ph type="title"/>
          </p:nvPr>
        </p:nvSpPr>
        <p:spPr/>
        <p:txBody>
          <a:bodyPr/>
          <a:lstStyle/>
          <a:p>
            <a:pPr eaLnBrk="1" hangingPunct="1"/>
            <a:r>
              <a:rPr lang="en-US" altLang="en-US"/>
              <a:t>Morphological Recognition</a:t>
            </a:r>
          </a:p>
        </p:txBody>
      </p:sp>
      <p:graphicFrame>
        <p:nvGraphicFramePr>
          <p:cNvPr id="8" name="Table 7">
            <a:extLst>
              <a:ext uri="{FF2B5EF4-FFF2-40B4-BE49-F238E27FC236}">
                <a16:creationId xmlns:a16="http://schemas.microsoft.com/office/drawing/2014/main" id="{F0BB403D-9000-42D7-8934-50D2D33DFC55}"/>
              </a:ext>
            </a:extLst>
          </p:cNvPr>
          <p:cNvGraphicFramePr>
            <a:graphicFrameLocks noGrp="1"/>
          </p:cNvGraphicFramePr>
          <p:nvPr/>
        </p:nvGraphicFramePr>
        <p:xfrm>
          <a:off x="3200401" y="1600200"/>
          <a:ext cx="6095999" cy="1981200"/>
        </p:xfrm>
        <a:graphic>
          <a:graphicData uri="http://schemas.openxmlformats.org/drawingml/2006/table">
            <a:tbl>
              <a:tblPr firstRow="1" bandRow="1">
                <a:tableStyleId>{5940675A-B579-460E-94D1-54222C63F5DA}</a:tableStyleId>
              </a:tblPr>
              <a:tblGrid>
                <a:gridCol w="1086415">
                  <a:extLst>
                    <a:ext uri="{9D8B030D-6E8A-4147-A177-3AD203B41FA5}">
                      <a16:colId xmlns:a16="http://schemas.microsoft.com/office/drawing/2014/main" val="20000"/>
                    </a:ext>
                  </a:extLst>
                </a:gridCol>
                <a:gridCol w="2113985">
                  <a:extLst>
                    <a:ext uri="{9D8B030D-6E8A-4147-A177-3AD203B41FA5}">
                      <a16:colId xmlns:a16="http://schemas.microsoft.com/office/drawing/2014/main" val="20001"/>
                    </a:ext>
                  </a:extLst>
                </a:gridCol>
                <a:gridCol w="1990253">
                  <a:extLst>
                    <a:ext uri="{9D8B030D-6E8A-4147-A177-3AD203B41FA5}">
                      <a16:colId xmlns:a16="http://schemas.microsoft.com/office/drawing/2014/main" val="20002"/>
                    </a:ext>
                  </a:extLst>
                </a:gridCol>
                <a:gridCol w="905346">
                  <a:extLst>
                    <a:ext uri="{9D8B030D-6E8A-4147-A177-3AD203B41FA5}">
                      <a16:colId xmlns:a16="http://schemas.microsoft.com/office/drawing/2014/main" val="20003"/>
                    </a:ext>
                  </a:extLst>
                </a:gridCol>
              </a:tblGrid>
              <a:tr h="742950">
                <a:tc>
                  <a:txBody>
                    <a:bodyPr/>
                    <a:lstStyle/>
                    <a:p>
                      <a:r>
                        <a:rPr lang="en-US" sz="1800" dirty="0" err="1"/>
                        <a:t>reg</a:t>
                      </a:r>
                      <a:r>
                        <a:rPr lang="en-US" sz="1800" dirty="0"/>
                        <a:t>-noun</a:t>
                      </a:r>
                    </a:p>
                  </a:txBody>
                  <a:tcPr/>
                </a:tc>
                <a:tc>
                  <a:txBody>
                    <a:bodyPr/>
                    <a:lstStyle/>
                    <a:p>
                      <a:r>
                        <a:rPr lang="en-US" sz="1800" dirty="0"/>
                        <a:t>irregular-</a:t>
                      </a:r>
                      <a:r>
                        <a:rPr lang="en-US" sz="1800" dirty="0" err="1"/>
                        <a:t>sg</a:t>
                      </a:r>
                      <a:r>
                        <a:rPr lang="en-US" sz="1800" dirty="0"/>
                        <a:t>-noun</a:t>
                      </a:r>
                    </a:p>
                  </a:txBody>
                  <a:tcPr/>
                </a:tc>
                <a:tc>
                  <a:txBody>
                    <a:bodyPr/>
                    <a:lstStyle/>
                    <a:p>
                      <a:r>
                        <a:rPr lang="en-US" sz="1800" dirty="0"/>
                        <a:t>irregular-pl-noun</a:t>
                      </a:r>
                    </a:p>
                  </a:txBody>
                  <a:tcPr/>
                </a:tc>
                <a:tc>
                  <a:txBody>
                    <a:bodyPr/>
                    <a:lstStyle/>
                    <a:p>
                      <a:r>
                        <a:rPr lang="en-US" sz="1800" dirty="0"/>
                        <a:t>plural</a:t>
                      </a:r>
                    </a:p>
                  </a:txBody>
                  <a:tcPr/>
                </a:tc>
                <a:extLst>
                  <a:ext uri="{0D108BD9-81ED-4DB2-BD59-A6C34878D82A}">
                    <a16:rowId xmlns:a16="http://schemas.microsoft.com/office/drawing/2014/main" val="10000"/>
                  </a:ext>
                </a:extLst>
              </a:tr>
              <a:tr h="412750">
                <a:tc>
                  <a:txBody>
                    <a:bodyPr/>
                    <a:lstStyle/>
                    <a:p>
                      <a:r>
                        <a:rPr lang="en-US" sz="1800" dirty="0"/>
                        <a:t>flower</a:t>
                      </a:r>
                    </a:p>
                  </a:txBody>
                  <a:tcPr/>
                </a:tc>
                <a:tc>
                  <a:txBody>
                    <a:bodyPr/>
                    <a:lstStyle/>
                    <a:p>
                      <a:r>
                        <a:rPr lang="en-US" sz="1800" dirty="0"/>
                        <a:t>goose</a:t>
                      </a:r>
                    </a:p>
                  </a:txBody>
                  <a:tcPr/>
                </a:tc>
                <a:tc>
                  <a:txBody>
                    <a:bodyPr/>
                    <a:lstStyle/>
                    <a:p>
                      <a:r>
                        <a:rPr lang="en-US" sz="1800" dirty="0"/>
                        <a:t>geese</a:t>
                      </a:r>
                    </a:p>
                  </a:txBody>
                  <a:tcPr/>
                </a:tc>
                <a:tc>
                  <a:txBody>
                    <a:bodyPr/>
                    <a:lstStyle/>
                    <a:p>
                      <a:r>
                        <a:rPr lang="en-US" sz="1800" dirty="0"/>
                        <a:t>-s</a:t>
                      </a:r>
                    </a:p>
                  </a:txBody>
                  <a:tcPr/>
                </a:tc>
                <a:extLst>
                  <a:ext uri="{0D108BD9-81ED-4DB2-BD59-A6C34878D82A}">
                    <a16:rowId xmlns:a16="http://schemas.microsoft.com/office/drawing/2014/main" val="10001"/>
                  </a:ext>
                </a:extLst>
              </a:tr>
              <a:tr h="412750">
                <a:tc>
                  <a:txBody>
                    <a:bodyPr/>
                    <a:lstStyle/>
                    <a:p>
                      <a:r>
                        <a:rPr lang="en-US" sz="1800" dirty="0"/>
                        <a:t>cat</a:t>
                      </a:r>
                    </a:p>
                  </a:txBody>
                  <a:tcPr/>
                </a:tc>
                <a:tc>
                  <a:txBody>
                    <a:bodyPr/>
                    <a:lstStyle/>
                    <a:p>
                      <a:r>
                        <a:rPr lang="en-US" sz="1800" dirty="0"/>
                        <a:t>sheep</a:t>
                      </a:r>
                    </a:p>
                  </a:txBody>
                  <a:tcPr/>
                </a:tc>
                <a:tc>
                  <a:txBody>
                    <a:bodyPr/>
                    <a:lstStyle/>
                    <a:p>
                      <a:r>
                        <a:rPr lang="en-US" sz="1800" dirty="0"/>
                        <a:t>sheep</a:t>
                      </a:r>
                    </a:p>
                  </a:txBody>
                  <a:tcPr/>
                </a:tc>
                <a:tc>
                  <a:txBody>
                    <a:bodyPr/>
                    <a:lstStyle/>
                    <a:p>
                      <a:endParaRPr lang="en-US" sz="1800" dirty="0"/>
                    </a:p>
                  </a:txBody>
                  <a:tcPr/>
                </a:tc>
                <a:extLst>
                  <a:ext uri="{0D108BD9-81ED-4DB2-BD59-A6C34878D82A}">
                    <a16:rowId xmlns:a16="http://schemas.microsoft.com/office/drawing/2014/main" val="10002"/>
                  </a:ext>
                </a:extLst>
              </a:tr>
              <a:tr h="412750">
                <a:tc>
                  <a:txBody>
                    <a:bodyPr/>
                    <a:lstStyle/>
                    <a:p>
                      <a:r>
                        <a:rPr lang="en-US" sz="1800" dirty="0"/>
                        <a:t>dog</a:t>
                      </a:r>
                    </a:p>
                  </a:txBody>
                  <a:tcPr/>
                </a:tc>
                <a:tc>
                  <a:txBody>
                    <a:bodyPr/>
                    <a:lstStyle/>
                    <a:p>
                      <a:r>
                        <a:rPr lang="en-US" sz="1800" dirty="0"/>
                        <a:t>mouse</a:t>
                      </a:r>
                    </a:p>
                  </a:txBody>
                  <a:tcPr/>
                </a:tc>
                <a:tc>
                  <a:txBody>
                    <a:bodyPr/>
                    <a:lstStyle/>
                    <a:p>
                      <a:r>
                        <a:rPr lang="en-US" sz="1800" dirty="0"/>
                        <a:t>mice</a:t>
                      </a:r>
                    </a:p>
                  </a:txBody>
                  <a:tcPr/>
                </a:tc>
                <a:tc>
                  <a:txBody>
                    <a:bodyPr/>
                    <a:lstStyle/>
                    <a:p>
                      <a:endParaRPr lang="en-US" sz="1800" dirty="0"/>
                    </a:p>
                  </a:txBody>
                  <a:tcPr/>
                </a:tc>
                <a:extLst>
                  <a:ext uri="{0D108BD9-81ED-4DB2-BD59-A6C34878D82A}">
                    <a16:rowId xmlns:a16="http://schemas.microsoft.com/office/drawing/2014/main" val="10003"/>
                  </a:ext>
                </a:extLst>
              </a:tr>
            </a:tbl>
          </a:graphicData>
        </a:graphic>
      </p:graphicFrame>
      <p:sp>
        <p:nvSpPr>
          <p:cNvPr id="20510" name="TextBox 33">
            <a:extLst>
              <a:ext uri="{FF2B5EF4-FFF2-40B4-BE49-F238E27FC236}">
                <a16:creationId xmlns:a16="http://schemas.microsoft.com/office/drawing/2014/main" id="{F2F796F1-B835-469D-9F87-CC0EB73DE084}"/>
              </a:ext>
            </a:extLst>
          </p:cNvPr>
          <p:cNvSpPr txBox="1">
            <a:spLocks noChangeArrowheads="1"/>
          </p:cNvSpPr>
          <p:nvPr/>
        </p:nvSpPr>
        <p:spPr bwMode="auto">
          <a:xfrm>
            <a:off x="1752600" y="2205038"/>
            <a:ext cx="1295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b="1">
                <a:latin typeface="Calibri" panose="020F0502020204030204" pitchFamily="34" charset="0"/>
              </a:rPr>
              <a:t>Lexicon</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3">
            <a:extLst>
              <a:ext uri="{FF2B5EF4-FFF2-40B4-BE49-F238E27FC236}">
                <a16:creationId xmlns:a16="http://schemas.microsoft.com/office/drawing/2014/main" id="{F1F806E7-DF27-476A-8B68-5B1200487BDA}"/>
              </a:ext>
            </a:extLst>
          </p:cNvPr>
          <p:cNvSpPr>
            <a:spLocks noGrp="1"/>
          </p:cNvSpPr>
          <p:nvPr>
            <p:ph type="title"/>
          </p:nvPr>
        </p:nvSpPr>
        <p:spPr/>
        <p:txBody>
          <a:bodyPr/>
          <a:lstStyle/>
          <a:p>
            <a:pPr eaLnBrk="1" hangingPunct="1"/>
            <a:r>
              <a:rPr lang="en-US" altLang="en-US"/>
              <a:t>Morphological Recognition: Nouns</a:t>
            </a:r>
          </a:p>
        </p:txBody>
      </p:sp>
      <p:graphicFrame>
        <p:nvGraphicFramePr>
          <p:cNvPr id="8" name="Table 7">
            <a:extLst>
              <a:ext uri="{FF2B5EF4-FFF2-40B4-BE49-F238E27FC236}">
                <a16:creationId xmlns:a16="http://schemas.microsoft.com/office/drawing/2014/main" id="{C18F03CB-C856-40C4-BC68-A1F3BA97275C}"/>
              </a:ext>
            </a:extLst>
          </p:cNvPr>
          <p:cNvGraphicFramePr>
            <a:graphicFrameLocks noGrp="1"/>
          </p:cNvGraphicFramePr>
          <p:nvPr/>
        </p:nvGraphicFramePr>
        <p:xfrm>
          <a:off x="3200401" y="1600200"/>
          <a:ext cx="6095999" cy="1981200"/>
        </p:xfrm>
        <a:graphic>
          <a:graphicData uri="http://schemas.openxmlformats.org/drawingml/2006/table">
            <a:tbl>
              <a:tblPr firstRow="1" bandRow="1">
                <a:tableStyleId>{5940675A-B579-460E-94D1-54222C63F5DA}</a:tableStyleId>
              </a:tblPr>
              <a:tblGrid>
                <a:gridCol w="1086415">
                  <a:extLst>
                    <a:ext uri="{9D8B030D-6E8A-4147-A177-3AD203B41FA5}">
                      <a16:colId xmlns:a16="http://schemas.microsoft.com/office/drawing/2014/main" val="20000"/>
                    </a:ext>
                  </a:extLst>
                </a:gridCol>
                <a:gridCol w="2113985">
                  <a:extLst>
                    <a:ext uri="{9D8B030D-6E8A-4147-A177-3AD203B41FA5}">
                      <a16:colId xmlns:a16="http://schemas.microsoft.com/office/drawing/2014/main" val="20001"/>
                    </a:ext>
                  </a:extLst>
                </a:gridCol>
                <a:gridCol w="1990253">
                  <a:extLst>
                    <a:ext uri="{9D8B030D-6E8A-4147-A177-3AD203B41FA5}">
                      <a16:colId xmlns:a16="http://schemas.microsoft.com/office/drawing/2014/main" val="20002"/>
                    </a:ext>
                  </a:extLst>
                </a:gridCol>
                <a:gridCol w="905346">
                  <a:extLst>
                    <a:ext uri="{9D8B030D-6E8A-4147-A177-3AD203B41FA5}">
                      <a16:colId xmlns:a16="http://schemas.microsoft.com/office/drawing/2014/main" val="20003"/>
                    </a:ext>
                  </a:extLst>
                </a:gridCol>
              </a:tblGrid>
              <a:tr h="742950">
                <a:tc>
                  <a:txBody>
                    <a:bodyPr/>
                    <a:lstStyle/>
                    <a:p>
                      <a:r>
                        <a:rPr lang="en-US" sz="1800" dirty="0" err="1"/>
                        <a:t>reg</a:t>
                      </a:r>
                      <a:r>
                        <a:rPr lang="en-US" sz="1800" dirty="0"/>
                        <a:t>-noun</a:t>
                      </a:r>
                    </a:p>
                  </a:txBody>
                  <a:tcPr/>
                </a:tc>
                <a:tc>
                  <a:txBody>
                    <a:bodyPr/>
                    <a:lstStyle/>
                    <a:p>
                      <a:r>
                        <a:rPr lang="en-US" sz="1800" dirty="0"/>
                        <a:t>irregular-</a:t>
                      </a:r>
                      <a:r>
                        <a:rPr lang="en-US" sz="1800" dirty="0" err="1"/>
                        <a:t>sg</a:t>
                      </a:r>
                      <a:r>
                        <a:rPr lang="en-US" sz="1800" dirty="0"/>
                        <a:t>-noun</a:t>
                      </a:r>
                    </a:p>
                  </a:txBody>
                  <a:tcPr/>
                </a:tc>
                <a:tc>
                  <a:txBody>
                    <a:bodyPr/>
                    <a:lstStyle/>
                    <a:p>
                      <a:r>
                        <a:rPr lang="en-US" sz="1800" dirty="0"/>
                        <a:t>irregular-pl-noun</a:t>
                      </a:r>
                    </a:p>
                  </a:txBody>
                  <a:tcPr/>
                </a:tc>
                <a:tc>
                  <a:txBody>
                    <a:bodyPr/>
                    <a:lstStyle/>
                    <a:p>
                      <a:r>
                        <a:rPr lang="en-US" sz="1800" dirty="0"/>
                        <a:t>plural</a:t>
                      </a:r>
                    </a:p>
                  </a:txBody>
                  <a:tcPr/>
                </a:tc>
                <a:extLst>
                  <a:ext uri="{0D108BD9-81ED-4DB2-BD59-A6C34878D82A}">
                    <a16:rowId xmlns:a16="http://schemas.microsoft.com/office/drawing/2014/main" val="10000"/>
                  </a:ext>
                </a:extLst>
              </a:tr>
              <a:tr h="412750">
                <a:tc>
                  <a:txBody>
                    <a:bodyPr/>
                    <a:lstStyle/>
                    <a:p>
                      <a:r>
                        <a:rPr lang="en-US" sz="1800" dirty="0"/>
                        <a:t>flower</a:t>
                      </a:r>
                    </a:p>
                  </a:txBody>
                  <a:tcPr/>
                </a:tc>
                <a:tc>
                  <a:txBody>
                    <a:bodyPr/>
                    <a:lstStyle/>
                    <a:p>
                      <a:r>
                        <a:rPr lang="en-US" sz="1800" dirty="0"/>
                        <a:t>goose</a:t>
                      </a:r>
                    </a:p>
                  </a:txBody>
                  <a:tcPr/>
                </a:tc>
                <a:tc>
                  <a:txBody>
                    <a:bodyPr/>
                    <a:lstStyle/>
                    <a:p>
                      <a:r>
                        <a:rPr lang="en-US" sz="1800" dirty="0"/>
                        <a:t>geese</a:t>
                      </a:r>
                    </a:p>
                  </a:txBody>
                  <a:tcPr/>
                </a:tc>
                <a:tc>
                  <a:txBody>
                    <a:bodyPr/>
                    <a:lstStyle/>
                    <a:p>
                      <a:r>
                        <a:rPr lang="en-US" sz="1800" dirty="0"/>
                        <a:t>-s</a:t>
                      </a:r>
                    </a:p>
                  </a:txBody>
                  <a:tcPr/>
                </a:tc>
                <a:extLst>
                  <a:ext uri="{0D108BD9-81ED-4DB2-BD59-A6C34878D82A}">
                    <a16:rowId xmlns:a16="http://schemas.microsoft.com/office/drawing/2014/main" val="10001"/>
                  </a:ext>
                </a:extLst>
              </a:tr>
              <a:tr h="412750">
                <a:tc>
                  <a:txBody>
                    <a:bodyPr/>
                    <a:lstStyle/>
                    <a:p>
                      <a:r>
                        <a:rPr lang="en-US" sz="1800" dirty="0"/>
                        <a:t>cat</a:t>
                      </a:r>
                    </a:p>
                  </a:txBody>
                  <a:tcPr/>
                </a:tc>
                <a:tc>
                  <a:txBody>
                    <a:bodyPr/>
                    <a:lstStyle/>
                    <a:p>
                      <a:r>
                        <a:rPr lang="en-US" sz="1800" dirty="0"/>
                        <a:t>sheep</a:t>
                      </a:r>
                    </a:p>
                  </a:txBody>
                  <a:tcPr/>
                </a:tc>
                <a:tc>
                  <a:txBody>
                    <a:bodyPr/>
                    <a:lstStyle/>
                    <a:p>
                      <a:r>
                        <a:rPr lang="en-US" sz="1800" dirty="0"/>
                        <a:t>sheep</a:t>
                      </a:r>
                    </a:p>
                  </a:txBody>
                  <a:tcPr/>
                </a:tc>
                <a:tc>
                  <a:txBody>
                    <a:bodyPr/>
                    <a:lstStyle/>
                    <a:p>
                      <a:endParaRPr lang="en-US" sz="1800" dirty="0"/>
                    </a:p>
                  </a:txBody>
                  <a:tcPr/>
                </a:tc>
                <a:extLst>
                  <a:ext uri="{0D108BD9-81ED-4DB2-BD59-A6C34878D82A}">
                    <a16:rowId xmlns:a16="http://schemas.microsoft.com/office/drawing/2014/main" val="10002"/>
                  </a:ext>
                </a:extLst>
              </a:tr>
              <a:tr h="412750">
                <a:tc>
                  <a:txBody>
                    <a:bodyPr/>
                    <a:lstStyle/>
                    <a:p>
                      <a:r>
                        <a:rPr lang="en-US" sz="1800" dirty="0"/>
                        <a:t>dog</a:t>
                      </a:r>
                    </a:p>
                  </a:txBody>
                  <a:tcPr/>
                </a:tc>
                <a:tc>
                  <a:txBody>
                    <a:bodyPr/>
                    <a:lstStyle/>
                    <a:p>
                      <a:r>
                        <a:rPr lang="en-US" sz="1800" dirty="0"/>
                        <a:t>mouse</a:t>
                      </a:r>
                    </a:p>
                  </a:txBody>
                  <a:tcPr/>
                </a:tc>
                <a:tc>
                  <a:txBody>
                    <a:bodyPr/>
                    <a:lstStyle/>
                    <a:p>
                      <a:r>
                        <a:rPr lang="en-US" sz="1800" dirty="0"/>
                        <a:t>mice</a:t>
                      </a:r>
                    </a:p>
                  </a:txBody>
                  <a:tcPr/>
                </a:tc>
                <a:tc>
                  <a:txBody>
                    <a:bodyPr/>
                    <a:lstStyle/>
                    <a:p>
                      <a:endParaRPr lang="en-US" sz="1800" dirty="0"/>
                    </a:p>
                  </a:txBody>
                  <a:tcPr/>
                </a:tc>
                <a:extLst>
                  <a:ext uri="{0D108BD9-81ED-4DB2-BD59-A6C34878D82A}">
                    <a16:rowId xmlns:a16="http://schemas.microsoft.com/office/drawing/2014/main" val="10003"/>
                  </a:ext>
                </a:extLst>
              </a:tr>
            </a:tbl>
          </a:graphicData>
        </a:graphic>
      </p:graphicFrame>
      <p:sp>
        <p:nvSpPr>
          <p:cNvPr id="21" name="Oval 20">
            <a:extLst>
              <a:ext uri="{FF2B5EF4-FFF2-40B4-BE49-F238E27FC236}">
                <a16:creationId xmlns:a16="http://schemas.microsoft.com/office/drawing/2014/main" id="{B0FA25EB-B20A-4B04-934F-65DB734CFCF7}"/>
              </a:ext>
            </a:extLst>
          </p:cNvPr>
          <p:cNvSpPr>
            <a:spLocks noChangeAspect="1"/>
          </p:cNvSpPr>
          <p:nvPr/>
        </p:nvSpPr>
        <p:spPr>
          <a:xfrm>
            <a:off x="3581401" y="4572001"/>
            <a:ext cx="639763" cy="63976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rPr>
              <a:t>q0</a:t>
            </a:r>
          </a:p>
        </p:txBody>
      </p:sp>
      <p:sp>
        <p:nvSpPr>
          <p:cNvPr id="22" name="Oval 21">
            <a:extLst>
              <a:ext uri="{FF2B5EF4-FFF2-40B4-BE49-F238E27FC236}">
                <a16:creationId xmlns:a16="http://schemas.microsoft.com/office/drawing/2014/main" id="{618294EE-C48C-49D3-8DBA-2B56FFFAD03F}"/>
              </a:ext>
            </a:extLst>
          </p:cNvPr>
          <p:cNvSpPr/>
          <p:nvPr/>
        </p:nvSpPr>
        <p:spPr>
          <a:xfrm>
            <a:off x="7467600" y="4572000"/>
            <a:ext cx="457200" cy="4572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23" name="Curved Connector 22">
            <a:extLst>
              <a:ext uri="{FF2B5EF4-FFF2-40B4-BE49-F238E27FC236}">
                <a16:creationId xmlns:a16="http://schemas.microsoft.com/office/drawing/2014/main" id="{9395879A-7710-41AC-9EC1-B2C8D295AD38}"/>
              </a:ext>
            </a:extLst>
          </p:cNvPr>
          <p:cNvCxnSpPr>
            <a:stCxn id="21" idx="7"/>
            <a:endCxn id="27" idx="1"/>
          </p:cNvCxnSpPr>
          <p:nvPr/>
        </p:nvCxnSpPr>
        <p:spPr>
          <a:xfrm rot="5400000" flipH="1" flipV="1">
            <a:off x="4777582" y="3939382"/>
            <a:ext cx="76200" cy="1376363"/>
          </a:xfrm>
          <a:prstGeom prst="curvedConnector3">
            <a:avLst>
              <a:gd name="adj1" fmla="val 355015"/>
            </a:avLst>
          </a:prstGeom>
          <a:ln w="28575">
            <a:tailEnd type="arrow"/>
          </a:ln>
        </p:spPr>
        <p:style>
          <a:lnRef idx="1">
            <a:schemeClr val="dk1"/>
          </a:lnRef>
          <a:fillRef idx="0">
            <a:schemeClr val="dk1"/>
          </a:fillRef>
          <a:effectRef idx="0">
            <a:schemeClr val="dk1"/>
          </a:effectRef>
          <a:fontRef idx="minor">
            <a:schemeClr val="tx1"/>
          </a:fontRef>
        </p:style>
      </p:cxnSp>
      <p:cxnSp>
        <p:nvCxnSpPr>
          <p:cNvPr id="24" name="Curved Connector 23">
            <a:extLst>
              <a:ext uri="{FF2B5EF4-FFF2-40B4-BE49-F238E27FC236}">
                <a16:creationId xmlns:a16="http://schemas.microsoft.com/office/drawing/2014/main" id="{738C4254-6D9D-4BAB-AC91-53631526B5D8}"/>
              </a:ext>
            </a:extLst>
          </p:cNvPr>
          <p:cNvCxnSpPr>
            <a:stCxn id="27" idx="7"/>
            <a:endCxn id="28" idx="0"/>
          </p:cNvCxnSpPr>
          <p:nvPr/>
        </p:nvCxnSpPr>
        <p:spPr>
          <a:xfrm rot="5400000" flipH="1" flipV="1">
            <a:off x="6779419" y="3672682"/>
            <a:ext cx="93663" cy="1739900"/>
          </a:xfrm>
          <a:prstGeom prst="curvedConnector3">
            <a:avLst>
              <a:gd name="adj1" fmla="val 246322"/>
            </a:avLst>
          </a:prstGeom>
          <a:ln w="28575">
            <a:tailEnd type="arrow"/>
          </a:ln>
        </p:spPr>
        <p:style>
          <a:lnRef idx="1">
            <a:schemeClr val="dk1"/>
          </a:lnRef>
          <a:fillRef idx="0">
            <a:schemeClr val="dk1"/>
          </a:fillRef>
          <a:effectRef idx="0">
            <a:schemeClr val="dk1"/>
          </a:effectRef>
          <a:fontRef idx="minor">
            <a:schemeClr val="tx1"/>
          </a:fontRef>
        </p:style>
      </p:cxnSp>
      <p:cxnSp>
        <p:nvCxnSpPr>
          <p:cNvPr id="25" name="Curved Connector 24">
            <a:extLst>
              <a:ext uri="{FF2B5EF4-FFF2-40B4-BE49-F238E27FC236}">
                <a16:creationId xmlns:a16="http://schemas.microsoft.com/office/drawing/2014/main" id="{A12A2C33-89D2-4ABB-B341-80D9745DCB1C}"/>
              </a:ext>
            </a:extLst>
          </p:cNvPr>
          <p:cNvCxnSpPr>
            <a:stCxn id="21" idx="4"/>
            <a:endCxn id="28" idx="3"/>
          </p:cNvCxnSpPr>
          <p:nvPr/>
        </p:nvCxnSpPr>
        <p:spPr>
          <a:xfrm rot="5400000" flipH="1" flipV="1">
            <a:off x="5606257" y="3337720"/>
            <a:ext cx="169863" cy="3578225"/>
          </a:xfrm>
          <a:prstGeom prst="curvedConnector3">
            <a:avLst>
              <a:gd name="adj1" fmla="val -231377"/>
            </a:avLst>
          </a:prstGeom>
          <a:ln w="28575">
            <a:tailEnd type="arrow"/>
          </a:ln>
        </p:spPr>
        <p:style>
          <a:lnRef idx="1">
            <a:schemeClr val="dk1"/>
          </a:lnRef>
          <a:fillRef idx="0">
            <a:schemeClr val="dk1"/>
          </a:fillRef>
          <a:effectRef idx="0">
            <a:schemeClr val="dk1"/>
          </a:effectRef>
          <a:fontRef idx="minor">
            <a:schemeClr val="tx1"/>
          </a:fontRef>
        </p:style>
      </p:cxnSp>
      <p:cxnSp>
        <p:nvCxnSpPr>
          <p:cNvPr id="26" name="Curved Connector 25">
            <a:extLst>
              <a:ext uri="{FF2B5EF4-FFF2-40B4-BE49-F238E27FC236}">
                <a16:creationId xmlns:a16="http://schemas.microsoft.com/office/drawing/2014/main" id="{B95C7B7B-7640-493C-B6E7-AE59DD9E4568}"/>
              </a:ext>
            </a:extLst>
          </p:cNvPr>
          <p:cNvCxnSpPr>
            <a:stCxn id="21" idx="4"/>
            <a:endCxn id="28" idx="4"/>
          </p:cNvCxnSpPr>
          <p:nvPr/>
        </p:nvCxnSpPr>
        <p:spPr>
          <a:xfrm rot="5400000" flipH="1" flipV="1">
            <a:off x="5761038" y="3276601"/>
            <a:ext cx="76200" cy="3794125"/>
          </a:xfrm>
          <a:prstGeom prst="curvedConnector3">
            <a:avLst>
              <a:gd name="adj1" fmla="val -1332000"/>
            </a:avLst>
          </a:prstGeom>
          <a:ln w="28575">
            <a:tailEnd type="arrow"/>
          </a:ln>
        </p:spPr>
        <p:style>
          <a:lnRef idx="1">
            <a:schemeClr val="dk1"/>
          </a:lnRef>
          <a:fillRef idx="0">
            <a:schemeClr val="dk1"/>
          </a:fillRef>
          <a:effectRef idx="0">
            <a:schemeClr val="dk1"/>
          </a:effectRef>
          <a:fontRef idx="minor">
            <a:schemeClr val="tx1"/>
          </a:fontRef>
        </p:style>
      </p:cxnSp>
      <p:sp>
        <p:nvSpPr>
          <p:cNvPr id="27" name="Oval 26">
            <a:extLst>
              <a:ext uri="{FF2B5EF4-FFF2-40B4-BE49-F238E27FC236}">
                <a16:creationId xmlns:a16="http://schemas.microsoft.com/office/drawing/2014/main" id="{FFAD79FA-CA76-47BD-853B-D17C6DD5DE2B}"/>
              </a:ext>
            </a:extLst>
          </p:cNvPr>
          <p:cNvSpPr>
            <a:spLocks noChangeAspect="1"/>
          </p:cNvSpPr>
          <p:nvPr/>
        </p:nvSpPr>
        <p:spPr>
          <a:xfrm>
            <a:off x="5410201" y="4495801"/>
            <a:ext cx="639763" cy="63976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rPr>
              <a:t>q1</a:t>
            </a:r>
          </a:p>
        </p:txBody>
      </p:sp>
      <p:sp>
        <p:nvSpPr>
          <p:cNvPr id="28" name="Oval 27">
            <a:extLst>
              <a:ext uri="{FF2B5EF4-FFF2-40B4-BE49-F238E27FC236}">
                <a16:creationId xmlns:a16="http://schemas.microsoft.com/office/drawing/2014/main" id="{907844B7-BB14-4CF1-8BC2-693F0D84FC77}"/>
              </a:ext>
            </a:extLst>
          </p:cNvPr>
          <p:cNvSpPr>
            <a:spLocks noChangeAspect="1"/>
          </p:cNvSpPr>
          <p:nvPr/>
        </p:nvSpPr>
        <p:spPr>
          <a:xfrm>
            <a:off x="7391400" y="4495801"/>
            <a:ext cx="609600" cy="63976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rPr>
              <a:t>q2</a:t>
            </a:r>
          </a:p>
        </p:txBody>
      </p:sp>
      <p:sp>
        <p:nvSpPr>
          <p:cNvPr id="21542" name="Rectangle 28">
            <a:extLst>
              <a:ext uri="{FF2B5EF4-FFF2-40B4-BE49-F238E27FC236}">
                <a16:creationId xmlns:a16="http://schemas.microsoft.com/office/drawing/2014/main" id="{DA8F57DC-3139-4225-A4F6-0955B7AD5442}"/>
              </a:ext>
            </a:extLst>
          </p:cNvPr>
          <p:cNvSpPr>
            <a:spLocks noChangeArrowheads="1"/>
          </p:cNvSpPr>
          <p:nvPr/>
        </p:nvSpPr>
        <p:spPr bwMode="auto">
          <a:xfrm>
            <a:off x="4273550" y="4019550"/>
            <a:ext cx="11366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alibri" panose="020F0502020204030204" pitchFamily="34" charset="0"/>
              </a:rPr>
              <a:t>reg-noun</a:t>
            </a:r>
          </a:p>
        </p:txBody>
      </p:sp>
      <p:sp>
        <p:nvSpPr>
          <p:cNvPr id="21543" name="Rectangle 29">
            <a:extLst>
              <a:ext uri="{FF2B5EF4-FFF2-40B4-BE49-F238E27FC236}">
                <a16:creationId xmlns:a16="http://schemas.microsoft.com/office/drawing/2014/main" id="{6DDA4310-B2EA-4FB0-A696-B298D8F6E770}"/>
              </a:ext>
            </a:extLst>
          </p:cNvPr>
          <p:cNvSpPr>
            <a:spLocks noChangeArrowheads="1"/>
          </p:cNvSpPr>
          <p:nvPr/>
        </p:nvSpPr>
        <p:spPr bwMode="auto">
          <a:xfrm>
            <a:off x="6324600" y="3943350"/>
            <a:ext cx="11747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alibri" panose="020F0502020204030204" pitchFamily="34" charset="0"/>
              </a:rPr>
              <a:t>plural (-s)</a:t>
            </a:r>
          </a:p>
        </p:txBody>
      </p:sp>
      <p:sp>
        <p:nvSpPr>
          <p:cNvPr id="21544" name="Rectangle 30">
            <a:extLst>
              <a:ext uri="{FF2B5EF4-FFF2-40B4-BE49-F238E27FC236}">
                <a16:creationId xmlns:a16="http://schemas.microsoft.com/office/drawing/2014/main" id="{011152A9-338D-4CF6-9BEB-57A7961282D1}"/>
              </a:ext>
            </a:extLst>
          </p:cNvPr>
          <p:cNvSpPr>
            <a:spLocks noChangeArrowheads="1"/>
          </p:cNvSpPr>
          <p:nvPr/>
        </p:nvSpPr>
        <p:spPr bwMode="auto">
          <a:xfrm>
            <a:off x="5105401" y="5543550"/>
            <a:ext cx="15589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alibri" panose="020F0502020204030204" pitchFamily="34" charset="0"/>
              </a:rPr>
              <a:t>irreg-pl-noun</a:t>
            </a:r>
          </a:p>
        </p:txBody>
      </p:sp>
      <p:sp>
        <p:nvSpPr>
          <p:cNvPr id="21545" name="Rectangle 31">
            <a:extLst>
              <a:ext uri="{FF2B5EF4-FFF2-40B4-BE49-F238E27FC236}">
                <a16:creationId xmlns:a16="http://schemas.microsoft.com/office/drawing/2014/main" id="{BE14AEB9-D2AC-4CA8-BAFB-1C13210DBF72}"/>
              </a:ext>
            </a:extLst>
          </p:cNvPr>
          <p:cNvSpPr>
            <a:spLocks noChangeArrowheads="1"/>
          </p:cNvSpPr>
          <p:nvPr/>
        </p:nvSpPr>
        <p:spPr bwMode="auto">
          <a:xfrm>
            <a:off x="5119688" y="6229350"/>
            <a:ext cx="15859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alibri" panose="020F0502020204030204" pitchFamily="34" charset="0"/>
              </a:rPr>
              <a:t>irreg-sg-noun</a:t>
            </a:r>
          </a:p>
        </p:txBody>
      </p:sp>
      <p:sp>
        <p:nvSpPr>
          <p:cNvPr id="21546" name="TextBox 32">
            <a:extLst>
              <a:ext uri="{FF2B5EF4-FFF2-40B4-BE49-F238E27FC236}">
                <a16:creationId xmlns:a16="http://schemas.microsoft.com/office/drawing/2014/main" id="{D67183D8-4ED7-45CB-8C89-C0A6AA00BD4B}"/>
              </a:ext>
            </a:extLst>
          </p:cNvPr>
          <p:cNvSpPr txBox="1">
            <a:spLocks noChangeArrowheads="1"/>
          </p:cNvSpPr>
          <p:nvPr/>
        </p:nvSpPr>
        <p:spPr bwMode="auto">
          <a:xfrm>
            <a:off x="8382000" y="4953000"/>
            <a:ext cx="21336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alibri" panose="020F0502020204030204" pitchFamily="34" charset="0"/>
              </a:rPr>
              <a:t>Note: Here, we are ignoring the nouns which take the suffix –es for pluralization</a:t>
            </a:r>
          </a:p>
        </p:txBody>
      </p:sp>
      <p:sp>
        <p:nvSpPr>
          <p:cNvPr id="21547" name="TextBox 33">
            <a:extLst>
              <a:ext uri="{FF2B5EF4-FFF2-40B4-BE49-F238E27FC236}">
                <a16:creationId xmlns:a16="http://schemas.microsoft.com/office/drawing/2014/main" id="{46D2F020-6878-44D6-B8E8-D362405DE1B6}"/>
              </a:ext>
            </a:extLst>
          </p:cNvPr>
          <p:cNvSpPr txBox="1">
            <a:spLocks noChangeArrowheads="1"/>
          </p:cNvSpPr>
          <p:nvPr/>
        </p:nvSpPr>
        <p:spPr bwMode="auto">
          <a:xfrm>
            <a:off x="1752600" y="2205038"/>
            <a:ext cx="1295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b="1">
                <a:latin typeface="Calibri" panose="020F0502020204030204" pitchFamily="34" charset="0"/>
              </a:rPr>
              <a:t>Lexicon</a:t>
            </a:r>
          </a:p>
        </p:txBody>
      </p:sp>
      <p:sp>
        <p:nvSpPr>
          <p:cNvPr id="21548" name="TextBox 34">
            <a:extLst>
              <a:ext uri="{FF2B5EF4-FFF2-40B4-BE49-F238E27FC236}">
                <a16:creationId xmlns:a16="http://schemas.microsoft.com/office/drawing/2014/main" id="{09BF6AF7-2BAC-4F1D-8358-6038751FC1BC}"/>
              </a:ext>
            </a:extLst>
          </p:cNvPr>
          <p:cNvSpPr txBox="1">
            <a:spLocks noChangeArrowheads="1"/>
          </p:cNvSpPr>
          <p:nvPr/>
        </p:nvSpPr>
        <p:spPr bwMode="auto">
          <a:xfrm>
            <a:off x="1752600" y="4795838"/>
            <a:ext cx="1295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b="1">
                <a:latin typeface="Calibri" panose="020F0502020204030204" pitchFamily="34" charset="0"/>
              </a:rPr>
              <a:t>FSA</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3">
            <a:extLst>
              <a:ext uri="{FF2B5EF4-FFF2-40B4-BE49-F238E27FC236}">
                <a16:creationId xmlns:a16="http://schemas.microsoft.com/office/drawing/2014/main" id="{C52A25BA-F608-4B4D-B748-B13EACD5BFCA}"/>
              </a:ext>
            </a:extLst>
          </p:cNvPr>
          <p:cNvSpPr>
            <a:spLocks noGrp="1"/>
          </p:cNvSpPr>
          <p:nvPr>
            <p:ph type="title"/>
          </p:nvPr>
        </p:nvSpPr>
        <p:spPr/>
        <p:txBody>
          <a:bodyPr/>
          <a:lstStyle/>
          <a:p>
            <a:pPr eaLnBrk="1" hangingPunct="1"/>
            <a:r>
              <a:rPr lang="en-US" altLang="en-US"/>
              <a:t>Adjectives</a:t>
            </a:r>
          </a:p>
        </p:txBody>
      </p:sp>
      <p:graphicFrame>
        <p:nvGraphicFramePr>
          <p:cNvPr id="8" name="Table 7">
            <a:extLst>
              <a:ext uri="{FF2B5EF4-FFF2-40B4-BE49-F238E27FC236}">
                <a16:creationId xmlns:a16="http://schemas.microsoft.com/office/drawing/2014/main" id="{42A936EA-09D4-4EAD-9166-7F63F10CE5E3}"/>
              </a:ext>
            </a:extLst>
          </p:cNvPr>
          <p:cNvGraphicFramePr>
            <a:graphicFrameLocks noGrp="1"/>
          </p:cNvGraphicFramePr>
          <p:nvPr/>
        </p:nvGraphicFramePr>
        <p:xfrm>
          <a:off x="3200400" y="1600200"/>
          <a:ext cx="6400800" cy="1795560"/>
        </p:xfrm>
        <a:graphic>
          <a:graphicData uri="http://schemas.openxmlformats.org/drawingml/2006/table">
            <a:tbl>
              <a:tblPr firstRow="1" bandRow="1">
                <a:tableStyleId>{5940675A-B579-460E-94D1-54222C63F5DA}</a:tableStyleId>
              </a:tblPr>
              <a:tblGrid>
                <a:gridCol w="1308510">
                  <a:extLst>
                    <a:ext uri="{9D8B030D-6E8A-4147-A177-3AD203B41FA5}">
                      <a16:colId xmlns:a16="http://schemas.microsoft.com/office/drawing/2014/main" val="20000"/>
                    </a:ext>
                  </a:extLst>
                </a:gridCol>
                <a:gridCol w="2546145">
                  <a:extLst>
                    <a:ext uri="{9D8B030D-6E8A-4147-A177-3AD203B41FA5}">
                      <a16:colId xmlns:a16="http://schemas.microsoft.com/office/drawing/2014/main" val="20001"/>
                    </a:ext>
                  </a:extLst>
                </a:gridCol>
                <a:gridCol w="2546145">
                  <a:extLst>
                    <a:ext uri="{9D8B030D-6E8A-4147-A177-3AD203B41FA5}">
                      <a16:colId xmlns:a16="http://schemas.microsoft.com/office/drawing/2014/main" val="20002"/>
                    </a:ext>
                  </a:extLst>
                </a:gridCol>
              </a:tblGrid>
              <a:tr h="742819">
                <a:tc>
                  <a:txBody>
                    <a:bodyPr/>
                    <a:lstStyle/>
                    <a:p>
                      <a:r>
                        <a:rPr lang="en-US" sz="1800" dirty="0"/>
                        <a:t>Type</a:t>
                      </a:r>
                    </a:p>
                  </a:txBody>
                  <a:tcPr marT="45712" marB="45712"/>
                </a:tc>
                <a:tc>
                  <a:txBody>
                    <a:bodyPr/>
                    <a:lstStyle/>
                    <a:p>
                      <a:r>
                        <a:rPr lang="en-US" sz="1800" dirty="0"/>
                        <a:t>Properties</a:t>
                      </a:r>
                    </a:p>
                  </a:txBody>
                  <a:tcPr marT="45712" marB="45712"/>
                </a:tc>
                <a:tc>
                  <a:txBody>
                    <a:bodyPr/>
                    <a:lstStyle/>
                    <a:p>
                      <a:r>
                        <a:rPr lang="en-US" sz="1800" dirty="0"/>
                        <a:t>Examples</a:t>
                      </a:r>
                    </a:p>
                  </a:txBody>
                  <a:tcPr marT="45712" marB="45712"/>
                </a:tc>
                <a:extLst>
                  <a:ext uri="{0D108BD9-81ED-4DB2-BD59-A6C34878D82A}">
                    <a16:rowId xmlns:a16="http://schemas.microsoft.com/office/drawing/2014/main" val="10000"/>
                  </a:ext>
                </a:extLst>
              </a:tr>
              <a:tr h="412677">
                <a:tc>
                  <a:txBody>
                    <a:bodyPr/>
                    <a:lstStyle/>
                    <a:p>
                      <a:r>
                        <a:rPr lang="en-US" sz="1800" dirty="0"/>
                        <a:t>adj-root1</a:t>
                      </a:r>
                    </a:p>
                  </a:txBody>
                  <a:tcPr marT="45712" marB="45712"/>
                </a:tc>
                <a:tc>
                  <a:txBody>
                    <a:bodyPr/>
                    <a:lstStyle/>
                    <a:p>
                      <a:r>
                        <a:rPr lang="en-US" sz="1800" dirty="0"/>
                        <a:t>Occur with un- and -</a:t>
                      </a:r>
                      <a:r>
                        <a:rPr lang="en-US" sz="1800" dirty="0" err="1"/>
                        <a:t>ly</a:t>
                      </a:r>
                      <a:endParaRPr lang="en-US" sz="1800" dirty="0"/>
                    </a:p>
                  </a:txBody>
                  <a:tcPr marT="45712" marB="45712"/>
                </a:tc>
                <a:tc>
                  <a:txBody>
                    <a:bodyPr/>
                    <a:lstStyle/>
                    <a:p>
                      <a:r>
                        <a:rPr lang="en-US" sz="1800" dirty="0"/>
                        <a:t>happy, real</a:t>
                      </a:r>
                    </a:p>
                  </a:txBody>
                  <a:tcPr marT="45712" marB="45712"/>
                </a:tc>
                <a:extLst>
                  <a:ext uri="{0D108BD9-81ED-4DB2-BD59-A6C34878D82A}">
                    <a16:rowId xmlns:a16="http://schemas.microsoft.com/office/drawing/2014/main" val="10001"/>
                  </a:ext>
                </a:extLst>
              </a:tr>
              <a:tr h="639967">
                <a:tc>
                  <a:txBody>
                    <a:bodyPr/>
                    <a:lstStyle/>
                    <a:p>
                      <a:r>
                        <a:rPr lang="en-US" sz="1800" dirty="0"/>
                        <a:t>Adj-root2</a:t>
                      </a:r>
                    </a:p>
                  </a:txBody>
                  <a:tcPr marT="45712" marB="45712"/>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Can’t occur with un- and -</a:t>
                      </a:r>
                      <a:r>
                        <a:rPr lang="en-US" sz="1800" dirty="0" err="1"/>
                        <a:t>ly</a:t>
                      </a:r>
                      <a:endParaRPr lang="en-US" sz="1800" dirty="0"/>
                    </a:p>
                  </a:txBody>
                  <a:tcPr marT="45712" marB="45712"/>
                </a:tc>
                <a:tc>
                  <a:txBody>
                    <a:bodyPr/>
                    <a:lstStyle/>
                    <a:p>
                      <a:r>
                        <a:rPr lang="en-US" sz="1800" dirty="0"/>
                        <a:t>big, red</a:t>
                      </a:r>
                    </a:p>
                  </a:txBody>
                  <a:tcPr marT="45712" marB="45712"/>
                </a:tc>
                <a:extLst>
                  <a:ext uri="{0D108BD9-81ED-4DB2-BD59-A6C34878D82A}">
                    <a16:rowId xmlns:a16="http://schemas.microsoft.com/office/drawing/2014/main" val="10002"/>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F2EB6-B210-4D4D-BAD7-9BAAF6276D0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CF33E79-4D8A-46B8-8229-16A739F60AEB}"/>
              </a:ext>
            </a:extLst>
          </p:cNvPr>
          <p:cNvSpPr>
            <a:spLocks noGrp="1"/>
          </p:cNvSpPr>
          <p:nvPr>
            <p:ph idx="1"/>
          </p:nvPr>
        </p:nvSpPr>
        <p:spPr/>
        <p:txBody>
          <a:bodyPr/>
          <a:lstStyle/>
          <a:p>
            <a:endParaRPr lang="en-IN"/>
          </a:p>
        </p:txBody>
      </p:sp>
      <p:pic>
        <p:nvPicPr>
          <p:cNvPr id="7" name="Picture 6">
            <a:extLst>
              <a:ext uri="{FF2B5EF4-FFF2-40B4-BE49-F238E27FC236}">
                <a16:creationId xmlns:a16="http://schemas.microsoft.com/office/drawing/2014/main" id="{883A9204-2333-4924-AEE5-732CD76BFF14}"/>
              </a:ext>
            </a:extLst>
          </p:cNvPr>
          <p:cNvPicPr>
            <a:picLocks noChangeAspect="1"/>
          </p:cNvPicPr>
          <p:nvPr/>
        </p:nvPicPr>
        <p:blipFill>
          <a:blip r:embed="rId2"/>
          <a:stretch>
            <a:fillRect/>
          </a:stretch>
        </p:blipFill>
        <p:spPr>
          <a:xfrm>
            <a:off x="528639" y="448469"/>
            <a:ext cx="11187112" cy="5728494"/>
          </a:xfrm>
          <a:prstGeom prst="rect">
            <a:avLst/>
          </a:prstGeom>
        </p:spPr>
      </p:pic>
    </p:spTree>
    <p:extLst>
      <p:ext uri="{BB962C8B-B14F-4D97-AF65-F5344CB8AC3E}">
        <p14:creationId xmlns:p14="http://schemas.microsoft.com/office/powerpoint/2010/main" val="19749056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6EE07-3B22-44D5-9E39-470757683FE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E0049F4-A312-46DC-8367-4D8252B1EED6}"/>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4DCFC06E-0E8D-4E9D-827C-F329440AD57B}"/>
              </a:ext>
            </a:extLst>
          </p:cNvPr>
          <p:cNvPicPr>
            <a:picLocks noChangeAspect="1"/>
          </p:cNvPicPr>
          <p:nvPr/>
        </p:nvPicPr>
        <p:blipFill>
          <a:blip r:embed="rId2"/>
          <a:stretch>
            <a:fillRect/>
          </a:stretch>
        </p:blipFill>
        <p:spPr>
          <a:xfrm>
            <a:off x="657225" y="681037"/>
            <a:ext cx="10844213" cy="5495925"/>
          </a:xfrm>
          <a:prstGeom prst="rect">
            <a:avLst/>
          </a:prstGeom>
        </p:spPr>
      </p:pic>
    </p:spTree>
    <p:extLst>
      <p:ext uri="{BB962C8B-B14F-4D97-AF65-F5344CB8AC3E}">
        <p14:creationId xmlns:p14="http://schemas.microsoft.com/office/powerpoint/2010/main" val="32455966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3">
            <a:extLst>
              <a:ext uri="{FF2B5EF4-FFF2-40B4-BE49-F238E27FC236}">
                <a16:creationId xmlns:a16="http://schemas.microsoft.com/office/drawing/2014/main" id="{E0DFB41B-456B-47D4-903C-8C13EBC8D345}"/>
              </a:ext>
            </a:extLst>
          </p:cNvPr>
          <p:cNvSpPr>
            <a:spLocks noGrp="1"/>
          </p:cNvSpPr>
          <p:nvPr>
            <p:ph type="title"/>
          </p:nvPr>
        </p:nvSpPr>
        <p:spPr/>
        <p:txBody>
          <a:bodyPr/>
          <a:lstStyle/>
          <a:p>
            <a:pPr eaLnBrk="1" hangingPunct="1"/>
            <a:r>
              <a:rPr lang="en-US" altLang="en-US"/>
              <a:t>Adjectives</a:t>
            </a:r>
          </a:p>
        </p:txBody>
      </p:sp>
      <p:graphicFrame>
        <p:nvGraphicFramePr>
          <p:cNvPr id="8" name="Table 7">
            <a:extLst>
              <a:ext uri="{FF2B5EF4-FFF2-40B4-BE49-F238E27FC236}">
                <a16:creationId xmlns:a16="http://schemas.microsoft.com/office/drawing/2014/main" id="{7DC6B523-7935-419C-967C-DD4D405636C4}"/>
              </a:ext>
            </a:extLst>
          </p:cNvPr>
          <p:cNvGraphicFramePr>
            <a:graphicFrameLocks noGrp="1"/>
          </p:cNvGraphicFramePr>
          <p:nvPr/>
        </p:nvGraphicFramePr>
        <p:xfrm>
          <a:off x="3200400" y="1371601"/>
          <a:ext cx="6400800" cy="1509827"/>
        </p:xfrm>
        <a:graphic>
          <a:graphicData uri="http://schemas.openxmlformats.org/drawingml/2006/table">
            <a:tbl>
              <a:tblPr firstRow="1" bandRow="1">
                <a:tableStyleId>{5940675A-B579-460E-94D1-54222C63F5DA}</a:tableStyleId>
              </a:tblPr>
              <a:tblGrid>
                <a:gridCol w="1308510">
                  <a:extLst>
                    <a:ext uri="{9D8B030D-6E8A-4147-A177-3AD203B41FA5}">
                      <a16:colId xmlns:a16="http://schemas.microsoft.com/office/drawing/2014/main" val="20000"/>
                    </a:ext>
                  </a:extLst>
                </a:gridCol>
                <a:gridCol w="2546145">
                  <a:extLst>
                    <a:ext uri="{9D8B030D-6E8A-4147-A177-3AD203B41FA5}">
                      <a16:colId xmlns:a16="http://schemas.microsoft.com/office/drawing/2014/main" val="20001"/>
                    </a:ext>
                  </a:extLst>
                </a:gridCol>
                <a:gridCol w="2546145">
                  <a:extLst>
                    <a:ext uri="{9D8B030D-6E8A-4147-A177-3AD203B41FA5}">
                      <a16:colId xmlns:a16="http://schemas.microsoft.com/office/drawing/2014/main" val="20002"/>
                    </a:ext>
                  </a:extLst>
                </a:gridCol>
              </a:tblGrid>
              <a:tr h="457104">
                <a:tc>
                  <a:txBody>
                    <a:bodyPr/>
                    <a:lstStyle/>
                    <a:p>
                      <a:r>
                        <a:rPr lang="en-US" sz="1800" dirty="0"/>
                        <a:t>Type</a:t>
                      </a:r>
                    </a:p>
                  </a:txBody>
                  <a:tcPr marT="45710" marB="45710"/>
                </a:tc>
                <a:tc>
                  <a:txBody>
                    <a:bodyPr/>
                    <a:lstStyle/>
                    <a:p>
                      <a:r>
                        <a:rPr lang="en-US" sz="1800" dirty="0"/>
                        <a:t>Properties</a:t>
                      </a:r>
                    </a:p>
                  </a:txBody>
                  <a:tcPr marT="45710" marB="45710"/>
                </a:tc>
                <a:tc>
                  <a:txBody>
                    <a:bodyPr/>
                    <a:lstStyle/>
                    <a:p>
                      <a:r>
                        <a:rPr lang="en-US" sz="1800" dirty="0"/>
                        <a:t>Examples</a:t>
                      </a:r>
                    </a:p>
                  </a:txBody>
                  <a:tcPr marT="45710" marB="45710"/>
                </a:tc>
                <a:extLst>
                  <a:ext uri="{0D108BD9-81ED-4DB2-BD59-A6C34878D82A}">
                    <a16:rowId xmlns:a16="http://schemas.microsoft.com/office/drawing/2014/main" val="10000"/>
                  </a:ext>
                </a:extLst>
              </a:tr>
              <a:tr h="412663">
                <a:tc>
                  <a:txBody>
                    <a:bodyPr/>
                    <a:lstStyle/>
                    <a:p>
                      <a:r>
                        <a:rPr lang="en-US" sz="1800" dirty="0"/>
                        <a:t>adj-root1</a:t>
                      </a:r>
                    </a:p>
                  </a:txBody>
                  <a:tcPr marT="45710" marB="45710"/>
                </a:tc>
                <a:tc>
                  <a:txBody>
                    <a:bodyPr/>
                    <a:lstStyle/>
                    <a:p>
                      <a:r>
                        <a:rPr lang="en-US" sz="1800" dirty="0"/>
                        <a:t>Occur with un- and -</a:t>
                      </a:r>
                      <a:r>
                        <a:rPr lang="en-US" sz="1800" dirty="0" err="1"/>
                        <a:t>ly</a:t>
                      </a:r>
                      <a:endParaRPr lang="en-US" sz="1800" dirty="0"/>
                    </a:p>
                  </a:txBody>
                  <a:tcPr marT="45710" marB="45710"/>
                </a:tc>
                <a:tc>
                  <a:txBody>
                    <a:bodyPr/>
                    <a:lstStyle/>
                    <a:p>
                      <a:r>
                        <a:rPr lang="en-US" sz="1800" dirty="0"/>
                        <a:t>happy, real</a:t>
                      </a:r>
                    </a:p>
                  </a:txBody>
                  <a:tcPr marT="45710" marB="45710"/>
                </a:tc>
                <a:extLst>
                  <a:ext uri="{0D108BD9-81ED-4DB2-BD59-A6C34878D82A}">
                    <a16:rowId xmlns:a16="http://schemas.microsoft.com/office/drawing/2014/main" val="10001"/>
                  </a:ext>
                </a:extLst>
              </a:tr>
              <a:tr h="639946">
                <a:tc>
                  <a:txBody>
                    <a:bodyPr/>
                    <a:lstStyle/>
                    <a:p>
                      <a:r>
                        <a:rPr lang="en-US" sz="1800" dirty="0"/>
                        <a:t>Adj-root2</a:t>
                      </a:r>
                    </a:p>
                  </a:txBody>
                  <a:tcPr marT="45710" marB="4571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Can’t occur with un- and -</a:t>
                      </a:r>
                      <a:r>
                        <a:rPr lang="en-US" sz="1800" dirty="0" err="1"/>
                        <a:t>ly</a:t>
                      </a:r>
                      <a:endParaRPr lang="en-US" sz="1800" dirty="0"/>
                    </a:p>
                  </a:txBody>
                  <a:tcPr marT="45710" marB="45710"/>
                </a:tc>
                <a:tc>
                  <a:txBody>
                    <a:bodyPr/>
                    <a:lstStyle/>
                    <a:p>
                      <a:r>
                        <a:rPr lang="en-US" sz="1800" dirty="0"/>
                        <a:t>big, red</a:t>
                      </a:r>
                    </a:p>
                  </a:txBody>
                  <a:tcPr marT="45710" marB="45710"/>
                </a:tc>
                <a:extLst>
                  <a:ext uri="{0D108BD9-81ED-4DB2-BD59-A6C34878D82A}">
                    <a16:rowId xmlns:a16="http://schemas.microsoft.com/office/drawing/2014/main" val="10002"/>
                  </a:ext>
                </a:extLst>
              </a:tr>
            </a:tbl>
          </a:graphicData>
        </a:graphic>
      </p:graphicFrame>
      <p:sp>
        <p:nvSpPr>
          <p:cNvPr id="18" name="Oval 17">
            <a:extLst>
              <a:ext uri="{FF2B5EF4-FFF2-40B4-BE49-F238E27FC236}">
                <a16:creationId xmlns:a16="http://schemas.microsoft.com/office/drawing/2014/main" id="{DC2D16C5-FF8E-4380-90A0-34CF10D11909}"/>
              </a:ext>
            </a:extLst>
          </p:cNvPr>
          <p:cNvSpPr>
            <a:spLocks noChangeAspect="1"/>
          </p:cNvSpPr>
          <p:nvPr/>
        </p:nvSpPr>
        <p:spPr>
          <a:xfrm>
            <a:off x="3581401" y="4389438"/>
            <a:ext cx="639763" cy="63976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rPr>
              <a:t>q0</a:t>
            </a:r>
          </a:p>
        </p:txBody>
      </p:sp>
      <p:sp>
        <p:nvSpPr>
          <p:cNvPr id="19" name="Oval 18">
            <a:extLst>
              <a:ext uri="{FF2B5EF4-FFF2-40B4-BE49-F238E27FC236}">
                <a16:creationId xmlns:a16="http://schemas.microsoft.com/office/drawing/2014/main" id="{F8DE5825-2AD6-4028-8BE3-9490877C4A93}"/>
              </a:ext>
            </a:extLst>
          </p:cNvPr>
          <p:cNvSpPr>
            <a:spLocks noChangeAspect="1"/>
          </p:cNvSpPr>
          <p:nvPr/>
        </p:nvSpPr>
        <p:spPr>
          <a:xfrm>
            <a:off x="4876801" y="5532438"/>
            <a:ext cx="639763" cy="63976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rPr>
              <a:t>q3</a:t>
            </a:r>
          </a:p>
        </p:txBody>
      </p:sp>
      <p:sp>
        <p:nvSpPr>
          <p:cNvPr id="20" name="Oval 19">
            <a:extLst>
              <a:ext uri="{FF2B5EF4-FFF2-40B4-BE49-F238E27FC236}">
                <a16:creationId xmlns:a16="http://schemas.microsoft.com/office/drawing/2014/main" id="{F6D7C7AF-24A8-447D-9039-4F510347856A}"/>
              </a:ext>
            </a:extLst>
          </p:cNvPr>
          <p:cNvSpPr>
            <a:spLocks noChangeAspect="1"/>
          </p:cNvSpPr>
          <p:nvPr/>
        </p:nvSpPr>
        <p:spPr>
          <a:xfrm>
            <a:off x="6629401" y="5532438"/>
            <a:ext cx="639763" cy="63976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rPr>
              <a:t>q4</a:t>
            </a:r>
          </a:p>
        </p:txBody>
      </p:sp>
      <p:sp>
        <p:nvSpPr>
          <p:cNvPr id="29" name="Oval 28">
            <a:extLst>
              <a:ext uri="{FF2B5EF4-FFF2-40B4-BE49-F238E27FC236}">
                <a16:creationId xmlns:a16="http://schemas.microsoft.com/office/drawing/2014/main" id="{009C43D8-B27A-4EC2-9523-06620CBB7988}"/>
              </a:ext>
            </a:extLst>
          </p:cNvPr>
          <p:cNvSpPr>
            <a:spLocks noChangeAspect="1"/>
          </p:cNvSpPr>
          <p:nvPr/>
        </p:nvSpPr>
        <p:spPr>
          <a:xfrm>
            <a:off x="7894638" y="4435476"/>
            <a:ext cx="639762" cy="63976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rPr>
              <a:t>q5</a:t>
            </a:r>
          </a:p>
        </p:txBody>
      </p:sp>
      <p:sp>
        <p:nvSpPr>
          <p:cNvPr id="30" name="Oval 29">
            <a:extLst>
              <a:ext uri="{FF2B5EF4-FFF2-40B4-BE49-F238E27FC236}">
                <a16:creationId xmlns:a16="http://schemas.microsoft.com/office/drawing/2014/main" id="{29AF57E6-0ECE-4D20-89B6-BD56A4456835}"/>
              </a:ext>
            </a:extLst>
          </p:cNvPr>
          <p:cNvSpPr>
            <a:spLocks noChangeAspect="1"/>
          </p:cNvSpPr>
          <p:nvPr/>
        </p:nvSpPr>
        <p:spPr>
          <a:xfrm>
            <a:off x="6629401" y="3627438"/>
            <a:ext cx="639763" cy="63976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rPr>
              <a:t>q2</a:t>
            </a:r>
          </a:p>
        </p:txBody>
      </p:sp>
      <p:sp>
        <p:nvSpPr>
          <p:cNvPr id="31" name="Oval 30">
            <a:extLst>
              <a:ext uri="{FF2B5EF4-FFF2-40B4-BE49-F238E27FC236}">
                <a16:creationId xmlns:a16="http://schemas.microsoft.com/office/drawing/2014/main" id="{A5DCEF2F-3035-4285-B5F7-5D1DCE6B0DD7}"/>
              </a:ext>
            </a:extLst>
          </p:cNvPr>
          <p:cNvSpPr>
            <a:spLocks noChangeAspect="1"/>
          </p:cNvSpPr>
          <p:nvPr/>
        </p:nvSpPr>
        <p:spPr>
          <a:xfrm>
            <a:off x="4876801" y="3627438"/>
            <a:ext cx="639763" cy="63976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rPr>
              <a:t>q1</a:t>
            </a:r>
          </a:p>
        </p:txBody>
      </p:sp>
      <p:cxnSp>
        <p:nvCxnSpPr>
          <p:cNvPr id="33" name="Shape 32">
            <a:extLst>
              <a:ext uri="{FF2B5EF4-FFF2-40B4-BE49-F238E27FC236}">
                <a16:creationId xmlns:a16="http://schemas.microsoft.com/office/drawing/2014/main" id="{AF891B62-B70E-44EF-8817-11E288CA6AC2}"/>
              </a:ext>
            </a:extLst>
          </p:cNvPr>
          <p:cNvCxnSpPr>
            <a:stCxn id="18" idx="7"/>
            <a:endCxn id="31" idx="2"/>
          </p:cNvCxnSpPr>
          <p:nvPr/>
        </p:nvCxnSpPr>
        <p:spPr>
          <a:xfrm rot="5400000" flipH="1" flipV="1">
            <a:off x="4234657" y="3840957"/>
            <a:ext cx="534987" cy="749300"/>
          </a:xfrm>
          <a:prstGeom prst="curvedConnector2">
            <a:avLst/>
          </a:prstGeom>
          <a:ln w="28575">
            <a:tailEnd type="arrow"/>
          </a:ln>
        </p:spPr>
        <p:style>
          <a:lnRef idx="1">
            <a:schemeClr val="dk1"/>
          </a:lnRef>
          <a:fillRef idx="0">
            <a:schemeClr val="dk1"/>
          </a:fillRef>
          <a:effectRef idx="0">
            <a:schemeClr val="dk1"/>
          </a:effectRef>
          <a:fontRef idx="minor">
            <a:schemeClr val="tx1"/>
          </a:fontRef>
        </p:style>
      </p:cxnSp>
      <p:cxnSp>
        <p:nvCxnSpPr>
          <p:cNvPr id="42" name="Curved Connector 41">
            <a:extLst>
              <a:ext uri="{FF2B5EF4-FFF2-40B4-BE49-F238E27FC236}">
                <a16:creationId xmlns:a16="http://schemas.microsoft.com/office/drawing/2014/main" id="{9D5C5A0D-9BA5-4CDC-8DDD-05B05A131C06}"/>
              </a:ext>
            </a:extLst>
          </p:cNvPr>
          <p:cNvCxnSpPr>
            <a:stCxn id="31" idx="7"/>
            <a:endCxn id="30" idx="1"/>
          </p:cNvCxnSpPr>
          <p:nvPr/>
        </p:nvCxnSpPr>
        <p:spPr>
          <a:xfrm rot="5400000" flipH="1" flipV="1">
            <a:off x="6072981" y="3071019"/>
            <a:ext cx="1588" cy="1301750"/>
          </a:xfrm>
          <a:prstGeom prst="curvedConnector3">
            <a:avLst>
              <a:gd name="adj1" fmla="val 20295403"/>
            </a:avLst>
          </a:prstGeom>
          <a:ln w="28575">
            <a:tailEnd type="arrow"/>
          </a:ln>
        </p:spPr>
        <p:style>
          <a:lnRef idx="1">
            <a:schemeClr val="dk1"/>
          </a:lnRef>
          <a:fillRef idx="0">
            <a:schemeClr val="dk1"/>
          </a:fillRef>
          <a:effectRef idx="0">
            <a:schemeClr val="dk1"/>
          </a:effectRef>
          <a:fontRef idx="minor">
            <a:schemeClr val="tx1"/>
          </a:fontRef>
        </p:style>
      </p:cxnSp>
      <p:cxnSp>
        <p:nvCxnSpPr>
          <p:cNvPr id="44" name="Shape 43">
            <a:extLst>
              <a:ext uri="{FF2B5EF4-FFF2-40B4-BE49-F238E27FC236}">
                <a16:creationId xmlns:a16="http://schemas.microsoft.com/office/drawing/2014/main" id="{110112BA-AFBA-4E79-9520-28E82CB2C15B}"/>
              </a:ext>
            </a:extLst>
          </p:cNvPr>
          <p:cNvCxnSpPr>
            <a:stCxn id="30" idx="6"/>
            <a:endCxn id="29" idx="1"/>
          </p:cNvCxnSpPr>
          <p:nvPr/>
        </p:nvCxnSpPr>
        <p:spPr>
          <a:xfrm>
            <a:off x="7269164" y="3948114"/>
            <a:ext cx="719137" cy="581025"/>
          </a:xfrm>
          <a:prstGeom prst="curvedConnector2">
            <a:avLst/>
          </a:prstGeom>
          <a:ln w="28575">
            <a:tailEnd type="arrow"/>
          </a:ln>
        </p:spPr>
        <p:style>
          <a:lnRef idx="1">
            <a:schemeClr val="dk1"/>
          </a:lnRef>
          <a:fillRef idx="0">
            <a:schemeClr val="dk1"/>
          </a:fillRef>
          <a:effectRef idx="0">
            <a:schemeClr val="dk1"/>
          </a:effectRef>
          <a:fontRef idx="minor">
            <a:schemeClr val="tx1"/>
          </a:fontRef>
        </p:style>
      </p:cxnSp>
      <p:cxnSp>
        <p:nvCxnSpPr>
          <p:cNvPr id="47" name="Shape 46">
            <a:extLst>
              <a:ext uri="{FF2B5EF4-FFF2-40B4-BE49-F238E27FC236}">
                <a16:creationId xmlns:a16="http://schemas.microsoft.com/office/drawing/2014/main" id="{24255627-7DB1-44BF-999E-C2A7BE79AB8B}"/>
              </a:ext>
            </a:extLst>
          </p:cNvPr>
          <p:cNvCxnSpPr>
            <a:stCxn id="18" idx="5"/>
            <a:endCxn id="19" idx="2"/>
          </p:cNvCxnSpPr>
          <p:nvPr/>
        </p:nvCxnSpPr>
        <p:spPr>
          <a:xfrm rot="16200000" flipH="1">
            <a:off x="4043363" y="5019676"/>
            <a:ext cx="917575" cy="749300"/>
          </a:xfrm>
          <a:prstGeom prst="curvedConnector2">
            <a:avLst/>
          </a:prstGeom>
          <a:ln w="28575">
            <a:tailEnd type="arrow"/>
          </a:ln>
        </p:spPr>
        <p:style>
          <a:lnRef idx="1">
            <a:schemeClr val="dk1"/>
          </a:lnRef>
          <a:fillRef idx="0">
            <a:schemeClr val="dk1"/>
          </a:fillRef>
          <a:effectRef idx="0">
            <a:schemeClr val="dk1"/>
          </a:effectRef>
          <a:fontRef idx="minor">
            <a:schemeClr val="tx1"/>
          </a:fontRef>
        </p:style>
      </p:cxnSp>
      <p:cxnSp>
        <p:nvCxnSpPr>
          <p:cNvPr id="49" name="Curved Connector 48">
            <a:extLst>
              <a:ext uri="{FF2B5EF4-FFF2-40B4-BE49-F238E27FC236}">
                <a16:creationId xmlns:a16="http://schemas.microsoft.com/office/drawing/2014/main" id="{C251FB22-BAEA-4B9C-A702-71AA50B0F88D}"/>
              </a:ext>
            </a:extLst>
          </p:cNvPr>
          <p:cNvCxnSpPr>
            <a:stCxn id="19" idx="5"/>
            <a:endCxn id="20" idx="3"/>
          </p:cNvCxnSpPr>
          <p:nvPr/>
        </p:nvCxnSpPr>
        <p:spPr>
          <a:xfrm rot="16200000" flipH="1">
            <a:off x="6072981" y="5426869"/>
            <a:ext cx="1588" cy="1301750"/>
          </a:xfrm>
          <a:prstGeom prst="curvedConnector3">
            <a:avLst>
              <a:gd name="adj1" fmla="val 20295403"/>
            </a:avLst>
          </a:prstGeom>
          <a:ln w="28575">
            <a:tailEnd type="arrow"/>
          </a:ln>
        </p:spPr>
        <p:style>
          <a:lnRef idx="1">
            <a:schemeClr val="dk1"/>
          </a:lnRef>
          <a:fillRef idx="0">
            <a:schemeClr val="dk1"/>
          </a:fillRef>
          <a:effectRef idx="0">
            <a:schemeClr val="dk1"/>
          </a:effectRef>
          <a:fontRef idx="minor">
            <a:schemeClr val="tx1"/>
          </a:fontRef>
        </p:style>
      </p:cxnSp>
      <p:cxnSp>
        <p:nvCxnSpPr>
          <p:cNvPr id="51" name="Shape 50">
            <a:extLst>
              <a:ext uri="{FF2B5EF4-FFF2-40B4-BE49-F238E27FC236}">
                <a16:creationId xmlns:a16="http://schemas.microsoft.com/office/drawing/2014/main" id="{1796A083-B6FD-4D56-A18D-C7F4CF1B58AF}"/>
              </a:ext>
            </a:extLst>
          </p:cNvPr>
          <p:cNvCxnSpPr>
            <a:stCxn id="20" idx="6"/>
            <a:endCxn id="29" idx="4"/>
          </p:cNvCxnSpPr>
          <p:nvPr/>
        </p:nvCxnSpPr>
        <p:spPr>
          <a:xfrm flipV="1">
            <a:off x="7269163" y="5075239"/>
            <a:ext cx="946150" cy="777875"/>
          </a:xfrm>
          <a:prstGeom prst="curvedConnector2">
            <a:avLst/>
          </a:prstGeom>
          <a:ln w="28575">
            <a:tailEnd type="arrow"/>
          </a:ln>
        </p:spPr>
        <p:style>
          <a:lnRef idx="1">
            <a:schemeClr val="dk1"/>
          </a:lnRef>
          <a:fillRef idx="0">
            <a:schemeClr val="dk1"/>
          </a:fillRef>
          <a:effectRef idx="0">
            <a:schemeClr val="dk1"/>
          </a:effectRef>
          <a:fontRef idx="minor">
            <a:schemeClr val="tx1"/>
          </a:fontRef>
        </p:style>
      </p:cxnSp>
      <p:cxnSp>
        <p:nvCxnSpPr>
          <p:cNvPr id="53" name="Straight Arrow Connector 52">
            <a:extLst>
              <a:ext uri="{FF2B5EF4-FFF2-40B4-BE49-F238E27FC236}">
                <a16:creationId xmlns:a16="http://schemas.microsoft.com/office/drawing/2014/main" id="{6B3BA12A-C203-4683-B4E3-0D254727FA73}"/>
              </a:ext>
            </a:extLst>
          </p:cNvPr>
          <p:cNvCxnSpPr>
            <a:stCxn id="19" idx="7"/>
            <a:endCxn id="30" idx="3"/>
          </p:cNvCxnSpPr>
          <p:nvPr/>
        </p:nvCxnSpPr>
        <p:spPr>
          <a:xfrm rot="5400000" flipH="1" flipV="1">
            <a:off x="5346701" y="4249738"/>
            <a:ext cx="1452562" cy="1300163"/>
          </a:xfrm>
          <a:prstGeom prst="straightConnector1">
            <a:avLst/>
          </a:prstGeom>
          <a:ln w="28575">
            <a:tailEnd type="arrow"/>
          </a:ln>
        </p:spPr>
        <p:style>
          <a:lnRef idx="1">
            <a:schemeClr val="dk1"/>
          </a:lnRef>
          <a:fillRef idx="0">
            <a:schemeClr val="dk1"/>
          </a:fillRef>
          <a:effectRef idx="0">
            <a:schemeClr val="dk1"/>
          </a:effectRef>
          <a:fontRef idx="minor">
            <a:schemeClr val="tx1"/>
          </a:fontRef>
        </p:style>
      </p:cxnSp>
      <p:sp>
        <p:nvSpPr>
          <p:cNvPr id="23586" name="TextBox 53">
            <a:extLst>
              <a:ext uri="{FF2B5EF4-FFF2-40B4-BE49-F238E27FC236}">
                <a16:creationId xmlns:a16="http://schemas.microsoft.com/office/drawing/2014/main" id="{C45D0BA6-B705-45FA-B4C3-288116C4FB35}"/>
              </a:ext>
            </a:extLst>
          </p:cNvPr>
          <p:cNvSpPr txBox="1">
            <a:spLocks noChangeArrowheads="1"/>
          </p:cNvSpPr>
          <p:nvPr/>
        </p:nvSpPr>
        <p:spPr bwMode="auto">
          <a:xfrm>
            <a:off x="3962400" y="3856039"/>
            <a:ext cx="6096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un-</a:t>
            </a:r>
          </a:p>
        </p:txBody>
      </p:sp>
      <p:sp>
        <p:nvSpPr>
          <p:cNvPr id="23587" name="TextBox 54">
            <a:extLst>
              <a:ext uri="{FF2B5EF4-FFF2-40B4-BE49-F238E27FC236}">
                <a16:creationId xmlns:a16="http://schemas.microsoft.com/office/drawing/2014/main" id="{CAEC9A3C-60A2-4931-A130-9D594E2FC3F4}"/>
              </a:ext>
            </a:extLst>
          </p:cNvPr>
          <p:cNvSpPr txBox="1">
            <a:spLocks noChangeArrowheads="1"/>
          </p:cNvSpPr>
          <p:nvPr/>
        </p:nvSpPr>
        <p:spPr bwMode="auto">
          <a:xfrm>
            <a:off x="3962400" y="5257801"/>
            <a:ext cx="609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l-GR" altLang="en-US" sz="2400">
                <a:latin typeface="Calibri" panose="020F0502020204030204" pitchFamily="34" charset="0"/>
              </a:rPr>
              <a:t>ε</a:t>
            </a:r>
            <a:endParaRPr lang="en-US" altLang="en-US" sz="2400"/>
          </a:p>
        </p:txBody>
      </p:sp>
      <p:sp>
        <p:nvSpPr>
          <p:cNvPr id="23588" name="Rectangle 55">
            <a:extLst>
              <a:ext uri="{FF2B5EF4-FFF2-40B4-BE49-F238E27FC236}">
                <a16:creationId xmlns:a16="http://schemas.microsoft.com/office/drawing/2014/main" id="{73AD1DD6-D28D-488F-ACD3-DCCEEACB1EF1}"/>
              </a:ext>
            </a:extLst>
          </p:cNvPr>
          <p:cNvSpPr>
            <a:spLocks noChangeArrowheads="1"/>
          </p:cNvSpPr>
          <p:nvPr/>
        </p:nvSpPr>
        <p:spPr bwMode="auto">
          <a:xfrm>
            <a:off x="5534026" y="3048000"/>
            <a:ext cx="10953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adj-root1</a:t>
            </a:r>
          </a:p>
        </p:txBody>
      </p:sp>
      <p:sp>
        <p:nvSpPr>
          <p:cNvPr id="23589" name="Rectangle 56">
            <a:extLst>
              <a:ext uri="{FF2B5EF4-FFF2-40B4-BE49-F238E27FC236}">
                <a16:creationId xmlns:a16="http://schemas.microsoft.com/office/drawing/2014/main" id="{543B8D83-2F43-4DE9-A702-CBAD2D57D87E}"/>
              </a:ext>
            </a:extLst>
          </p:cNvPr>
          <p:cNvSpPr>
            <a:spLocks noChangeArrowheads="1"/>
          </p:cNvSpPr>
          <p:nvPr/>
        </p:nvSpPr>
        <p:spPr bwMode="auto">
          <a:xfrm>
            <a:off x="5686426" y="6335714"/>
            <a:ext cx="10953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adj-root2</a:t>
            </a:r>
          </a:p>
        </p:txBody>
      </p:sp>
      <p:sp>
        <p:nvSpPr>
          <p:cNvPr id="23590" name="Rectangle 57">
            <a:extLst>
              <a:ext uri="{FF2B5EF4-FFF2-40B4-BE49-F238E27FC236}">
                <a16:creationId xmlns:a16="http://schemas.microsoft.com/office/drawing/2014/main" id="{55D5E151-E978-4676-8C55-CD7CADC3D953}"/>
              </a:ext>
            </a:extLst>
          </p:cNvPr>
          <p:cNvSpPr>
            <a:spLocks noChangeArrowheads="1"/>
          </p:cNvSpPr>
          <p:nvPr/>
        </p:nvSpPr>
        <p:spPr bwMode="auto">
          <a:xfrm>
            <a:off x="5076826" y="4583114"/>
            <a:ext cx="10953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adj-root1</a:t>
            </a:r>
          </a:p>
        </p:txBody>
      </p:sp>
      <p:sp>
        <p:nvSpPr>
          <p:cNvPr id="23591" name="TextBox 58">
            <a:extLst>
              <a:ext uri="{FF2B5EF4-FFF2-40B4-BE49-F238E27FC236}">
                <a16:creationId xmlns:a16="http://schemas.microsoft.com/office/drawing/2014/main" id="{84224957-1EAC-424E-A4E9-6DA315D76690}"/>
              </a:ext>
            </a:extLst>
          </p:cNvPr>
          <p:cNvSpPr txBox="1">
            <a:spLocks noChangeArrowheads="1"/>
          </p:cNvSpPr>
          <p:nvPr/>
        </p:nvSpPr>
        <p:spPr bwMode="auto">
          <a:xfrm>
            <a:off x="7696200" y="3352801"/>
            <a:ext cx="685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-er  </a:t>
            </a:r>
          </a:p>
          <a:p>
            <a:pPr eaLnBrk="1" hangingPunct="1"/>
            <a:r>
              <a:rPr lang="en-US" altLang="en-US" sz="1600"/>
              <a:t>-ly  </a:t>
            </a:r>
          </a:p>
          <a:p>
            <a:pPr eaLnBrk="1" hangingPunct="1"/>
            <a:r>
              <a:rPr lang="en-US" altLang="en-US" sz="1600"/>
              <a:t>-est</a:t>
            </a:r>
          </a:p>
        </p:txBody>
      </p:sp>
      <p:sp>
        <p:nvSpPr>
          <p:cNvPr id="23592" name="TextBox 59">
            <a:extLst>
              <a:ext uri="{FF2B5EF4-FFF2-40B4-BE49-F238E27FC236}">
                <a16:creationId xmlns:a16="http://schemas.microsoft.com/office/drawing/2014/main" id="{4F2D01D7-B650-44C8-BD3A-47B6E8DA003D}"/>
              </a:ext>
            </a:extLst>
          </p:cNvPr>
          <p:cNvSpPr txBox="1">
            <a:spLocks noChangeArrowheads="1"/>
          </p:cNvSpPr>
          <p:nvPr/>
        </p:nvSpPr>
        <p:spPr bwMode="auto">
          <a:xfrm>
            <a:off x="7848600" y="5588000"/>
            <a:ext cx="6858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-er  </a:t>
            </a:r>
          </a:p>
          <a:p>
            <a:pPr eaLnBrk="1" hangingPunct="1"/>
            <a:r>
              <a:rPr lang="en-US" altLang="en-US" sz="1600"/>
              <a:t>-est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85C76-EAAC-4D98-A0DC-CA7D654A962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920FC36-DAE6-483D-A2F1-1D405F6EB1C2}"/>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E5266D7C-0494-434A-8E28-FF34EB1381A9}"/>
              </a:ext>
            </a:extLst>
          </p:cNvPr>
          <p:cNvPicPr>
            <a:picLocks noChangeAspect="1"/>
          </p:cNvPicPr>
          <p:nvPr/>
        </p:nvPicPr>
        <p:blipFill>
          <a:blip r:embed="rId2"/>
          <a:stretch>
            <a:fillRect/>
          </a:stretch>
        </p:blipFill>
        <p:spPr>
          <a:xfrm>
            <a:off x="718457" y="681037"/>
            <a:ext cx="10920549" cy="4818426"/>
          </a:xfrm>
          <a:prstGeom prst="rect">
            <a:avLst/>
          </a:prstGeom>
        </p:spPr>
      </p:pic>
    </p:spTree>
    <p:extLst>
      <p:ext uri="{BB962C8B-B14F-4D97-AF65-F5344CB8AC3E}">
        <p14:creationId xmlns:p14="http://schemas.microsoft.com/office/powerpoint/2010/main" val="34020626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095A7-5D2F-429B-8D2A-CB646D240CE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A730970-7FFB-4135-977B-F431B2F8479C}"/>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48CB3C26-63D2-4C21-88BE-B6D59A6C02FE}"/>
              </a:ext>
            </a:extLst>
          </p:cNvPr>
          <p:cNvPicPr>
            <a:picLocks noChangeAspect="1"/>
          </p:cNvPicPr>
          <p:nvPr/>
        </p:nvPicPr>
        <p:blipFill>
          <a:blip r:embed="rId2"/>
          <a:stretch>
            <a:fillRect/>
          </a:stretch>
        </p:blipFill>
        <p:spPr>
          <a:xfrm>
            <a:off x="1423852" y="561703"/>
            <a:ext cx="8020594" cy="4858022"/>
          </a:xfrm>
          <a:prstGeom prst="rect">
            <a:avLst/>
          </a:prstGeom>
        </p:spPr>
      </p:pic>
    </p:spTree>
    <p:extLst>
      <p:ext uri="{BB962C8B-B14F-4D97-AF65-F5344CB8AC3E}">
        <p14:creationId xmlns:p14="http://schemas.microsoft.com/office/powerpoint/2010/main" val="807690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026509-0C28-461C-AE16-7823F95E720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57B87D6-5565-49EC-BECC-FA58740D470C}"/>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8C0A1BA2-D46F-4500-B497-587F15BD5ED4}"/>
              </a:ext>
            </a:extLst>
          </p:cNvPr>
          <p:cNvPicPr>
            <a:picLocks noChangeAspect="1"/>
          </p:cNvPicPr>
          <p:nvPr/>
        </p:nvPicPr>
        <p:blipFill>
          <a:blip r:embed="rId2"/>
          <a:stretch>
            <a:fillRect/>
          </a:stretch>
        </p:blipFill>
        <p:spPr>
          <a:xfrm>
            <a:off x="1306286" y="1097280"/>
            <a:ext cx="9392194" cy="4351338"/>
          </a:xfrm>
          <a:prstGeom prst="rect">
            <a:avLst/>
          </a:prstGeom>
        </p:spPr>
      </p:pic>
    </p:spTree>
    <p:extLst>
      <p:ext uri="{BB962C8B-B14F-4D97-AF65-F5344CB8AC3E}">
        <p14:creationId xmlns:p14="http://schemas.microsoft.com/office/powerpoint/2010/main" val="42643203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75D31B5-E99D-4EAD-B029-F6C3B0F54945}"/>
              </a:ext>
            </a:extLst>
          </p:cNvPr>
          <p:cNvPicPr>
            <a:picLocks noChangeAspect="1"/>
          </p:cNvPicPr>
          <p:nvPr/>
        </p:nvPicPr>
        <p:blipFill>
          <a:blip r:embed="rId2"/>
          <a:stretch>
            <a:fillRect/>
          </a:stretch>
        </p:blipFill>
        <p:spPr>
          <a:xfrm>
            <a:off x="548641" y="-104501"/>
            <a:ext cx="10202090" cy="6335485"/>
          </a:xfrm>
          <a:prstGeom prst="rect">
            <a:avLst/>
          </a:prstGeom>
        </p:spPr>
      </p:pic>
      <p:sp>
        <p:nvSpPr>
          <p:cNvPr id="5" name="TextBox 4">
            <a:extLst>
              <a:ext uri="{FF2B5EF4-FFF2-40B4-BE49-F238E27FC236}">
                <a16:creationId xmlns:a16="http://schemas.microsoft.com/office/drawing/2014/main" id="{6D4E35DD-17CD-4B52-B7CF-F883674FE765}"/>
              </a:ext>
            </a:extLst>
          </p:cNvPr>
          <p:cNvSpPr txBox="1"/>
          <p:nvPr/>
        </p:nvSpPr>
        <p:spPr>
          <a:xfrm>
            <a:off x="2772592" y="6488668"/>
            <a:ext cx="6093822" cy="369332"/>
          </a:xfrm>
          <a:prstGeom prst="rect">
            <a:avLst/>
          </a:prstGeom>
          <a:noFill/>
        </p:spPr>
        <p:txBody>
          <a:bodyPr wrap="square">
            <a:spAutoFit/>
          </a:bodyPr>
          <a:lstStyle/>
          <a:p>
            <a:r>
              <a:rPr lang="en-IN" dirty="0"/>
              <a:t>https://www.youtube.com/watch?v=DDIRpKIP7nI</a:t>
            </a:r>
          </a:p>
        </p:txBody>
      </p:sp>
    </p:spTree>
    <p:extLst>
      <p:ext uri="{BB962C8B-B14F-4D97-AF65-F5344CB8AC3E}">
        <p14:creationId xmlns:p14="http://schemas.microsoft.com/office/powerpoint/2010/main" val="28371836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C633C-4381-49C5-8FFB-2F72D53942CE}"/>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E0479CA4-7CBC-4A66-9376-61C79DEB229F}"/>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320B2C3A-A5A2-45FC-A661-554AA3F07505}"/>
              </a:ext>
            </a:extLst>
          </p:cNvPr>
          <p:cNvPicPr>
            <a:picLocks noChangeAspect="1"/>
          </p:cNvPicPr>
          <p:nvPr/>
        </p:nvPicPr>
        <p:blipFill>
          <a:blip r:embed="rId2"/>
          <a:stretch>
            <a:fillRect/>
          </a:stretch>
        </p:blipFill>
        <p:spPr>
          <a:xfrm>
            <a:off x="1162594" y="548640"/>
            <a:ext cx="9914709" cy="5460274"/>
          </a:xfrm>
          <a:prstGeom prst="rect">
            <a:avLst/>
          </a:prstGeom>
        </p:spPr>
      </p:pic>
    </p:spTree>
    <p:extLst>
      <p:ext uri="{BB962C8B-B14F-4D97-AF65-F5344CB8AC3E}">
        <p14:creationId xmlns:p14="http://schemas.microsoft.com/office/powerpoint/2010/main" val="146608753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61023E-530B-4DF3-AAA8-896FCCC2E56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5CF30A6-58D0-4788-A701-77A618C75EAC}"/>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B850879E-C5C1-47E3-AF23-2693271D3B4B}"/>
              </a:ext>
            </a:extLst>
          </p:cNvPr>
          <p:cNvPicPr>
            <a:picLocks noChangeAspect="1"/>
          </p:cNvPicPr>
          <p:nvPr/>
        </p:nvPicPr>
        <p:blipFill>
          <a:blip r:embed="rId2"/>
          <a:stretch>
            <a:fillRect/>
          </a:stretch>
        </p:blipFill>
        <p:spPr>
          <a:xfrm>
            <a:off x="235130" y="535577"/>
            <a:ext cx="11586755" cy="5957298"/>
          </a:xfrm>
          <a:prstGeom prst="rect">
            <a:avLst/>
          </a:prstGeom>
        </p:spPr>
      </p:pic>
    </p:spTree>
    <p:extLst>
      <p:ext uri="{BB962C8B-B14F-4D97-AF65-F5344CB8AC3E}">
        <p14:creationId xmlns:p14="http://schemas.microsoft.com/office/powerpoint/2010/main" val="373762488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02050" y="262890"/>
            <a:ext cx="4786630" cy="452120"/>
          </a:xfrm>
          <a:prstGeom prst="rect">
            <a:avLst/>
          </a:prstGeom>
        </p:spPr>
        <p:txBody>
          <a:bodyPr vert="horz" wrap="square" lIns="0" tIns="12700" rIns="0" bIns="0" rtlCol="0" anchor="ctr">
            <a:spAutoFit/>
          </a:bodyPr>
          <a:lstStyle/>
          <a:p>
            <a:pPr marL="12700">
              <a:lnSpc>
                <a:spcPct val="100000"/>
              </a:lnSpc>
              <a:spcBef>
                <a:spcPts val="100"/>
              </a:spcBef>
            </a:pPr>
            <a:r>
              <a:rPr sz="2800" spc="-5" dirty="0"/>
              <a:t>Automatic</a:t>
            </a:r>
            <a:r>
              <a:rPr sz="2800" spc="-25" dirty="0"/>
              <a:t> </a:t>
            </a:r>
            <a:r>
              <a:rPr sz="2800" dirty="0"/>
              <a:t>morphology</a:t>
            </a:r>
            <a:r>
              <a:rPr sz="2800" spc="-20" dirty="0"/>
              <a:t> </a:t>
            </a:r>
            <a:r>
              <a:rPr sz="2800" spc="-5" dirty="0"/>
              <a:t>learning</a:t>
            </a:r>
            <a:r>
              <a:rPr sz="2800" spc="5" dirty="0"/>
              <a:t> </a:t>
            </a:r>
            <a:r>
              <a:rPr sz="1400" dirty="0"/>
              <a:t>1</a:t>
            </a:r>
            <a:endParaRPr sz="1400"/>
          </a:p>
        </p:txBody>
      </p:sp>
      <p:sp>
        <p:nvSpPr>
          <p:cNvPr id="6" name="object 6"/>
          <p:cNvSpPr txBox="1">
            <a:spLocks noGrp="1"/>
          </p:cNvSpPr>
          <p:nvPr>
            <p:ph type="ftr" sz="quarter" idx="5"/>
          </p:nvPr>
        </p:nvSpPr>
        <p:spPr>
          <a:xfrm>
            <a:off x="163829" y="6537000"/>
            <a:ext cx="1346200" cy="222884"/>
          </a:xfrm>
          <a:prstGeom prst="rect">
            <a:avLst/>
          </a:prstGeom>
        </p:spPr>
        <p:txBody>
          <a:bodyPr vert="horz" wrap="square" lIns="0" tIns="0" rIns="0" bIns="0" rtlCol="0">
            <a:spAutoFit/>
          </a:bodyPr>
          <a:lstStyle>
            <a:defPPr>
              <a:defRPr lang="en-US"/>
            </a:defPPr>
            <a:lvl1pPr marL="0" algn="l" defTabSz="914400" rtl="0" eaLnBrk="1" latinLnBrk="0" hangingPunct="1">
              <a:defRPr sz="1400" b="0" i="0" kern="1200">
                <a:solidFill>
                  <a:schemeClr val="tx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1630"/>
              </a:lnSpc>
            </a:pPr>
            <a:r>
              <a:rPr lang="en-IN" spc="-5"/>
              <a:t>NLP</a:t>
            </a:r>
            <a:r>
              <a:rPr lang="en-IN" spc="285"/>
              <a:t> </a:t>
            </a:r>
            <a:r>
              <a:rPr lang="en-IN"/>
              <a:t>Morphology</a:t>
            </a:r>
            <a:endParaRPr dirty="0"/>
          </a:p>
        </p:txBody>
      </p:sp>
      <p:sp>
        <p:nvSpPr>
          <p:cNvPr id="7" name="object 7"/>
          <p:cNvSpPr txBox="1">
            <a:spLocks noGrp="1"/>
          </p:cNvSpPr>
          <p:nvPr>
            <p:ph type="sldNum" sz="quarter" idx="7"/>
          </p:nvPr>
        </p:nvSpPr>
        <p:spPr>
          <a:xfrm>
            <a:off x="8967469" y="6537000"/>
            <a:ext cx="267970" cy="222884"/>
          </a:xfrm>
          <a:prstGeom prst="rect">
            <a:avLst/>
          </a:prstGeom>
        </p:spPr>
        <p:txBody>
          <a:bodyPr vert="horz" wrap="square" lIns="0" tIns="0" rIns="0" bIns="0" rtlCol="0">
            <a:spAutoFit/>
          </a:bodyPr>
          <a:lstStyle>
            <a:defPPr>
              <a:defRPr lang="en-US"/>
            </a:defPPr>
            <a:lvl1pPr marL="0" algn="l" defTabSz="914400" rtl="0" eaLnBrk="1" latinLnBrk="0" hangingPunct="1">
              <a:defRPr sz="1400" b="0" i="0" kern="1200">
                <a:solidFill>
                  <a:schemeClr val="tx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1630"/>
              </a:lnSpc>
            </a:pPr>
            <a:fld id="{81D60167-4931-47E6-BA6A-407CBD079E47}" type="slidenum">
              <a:rPr lang="en-IN" smtClean="0"/>
              <a:pPr marL="38100">
                <a:lnSpc>
                  <a:spcPts val="1630"/>
                </a:lnSpc>
              </a:pPr>
              <a:t>45</a:t>
            </a:fld>
            <a:endParaRPr dirty="0"/>
          </a:p>
        </p:txBody>
      </p:sp>
      <p:sp>
        <p:nvSpPr>
          <p:cNvPr id="3" name="object 3"/>
          <p:cNvSpPr txBox="1"/>
          <p:nvPr/>
        </p:nvSpPr>
        <p:spPr>
          <a:xfrm>
            <a:off x="2482850" y="1464309"/>
            <a:ext cx="119380" cy="345440"/>
          </a:xfrm>
          <a:prstGeom prst="rect">
            <a:avLst/>
          </a:prstGeom>
        </p:spPr>
        <p:txBody>
          <a:bodyPr vert="horz" wrap="square" lIns="0" tIns="12700" rIns="0" bIns="0" rtlCol="0">
            <a:spAutoFit/>
          </a:bodyPr>
          <a:lstStyle/>
          <a:p>
            <a:pPr marL="12700">
              <a:spcBef>
                <a:spcPts val="100"/>
              </a:spcBef>
            </a:pPr>
            <a:r>
              <a:rPr sz="2100" dirty="0">
                <a:latin typeface="Times New Roman"/>
                <a:cs typeface="Times New Roman"/>
              </a:rPr>
              <a:t>•</a:t>
            </a:r>
            <a:endParaRPr sz="2100">
              <a:latin typeface="Times New Roman"/>
              <a:cs typeface="Times New Roman"/>
            </a:endParaRPr>
          </a:p>
        </p:txBody>
      </p:sp>
      <p:sp>
        <p:nvSpPr>
          <p:cNvPr id="4" name="object 4"/>
          <p:cNvSpPr txBox="1"/>
          <p:nvPr/>
        </p:nvSpPr>
        <p:spPr>
          <a:xfrm>
            <a:off x="2824480" y="1338579"/>
            <a:ext cx="6680200" cy="5180330"/>
          </a:xfrm>
          <a:prstGeom prst="rect">
            <a:avLst/>
          </a:prstGeom>
        </p:spPr>
        <p:txBody>
          <a:bodyPr vert="horz" wrap="square" lIns="0" tIns="101600" rIns="0" bIns="0" rtlCol="0">
            <a:spAutoFit/>
          </a:bodyPr>
          <a:lstStyle/>
          <a:p>
            <a:pPr marL="12700">
              <a:spcBef>
                <a:spcPts val="800"/>
              </a:spcBef>
            </a:pPr>
            <a:r>
              <a:rPr sz="2800" spc="-5" dirty="0">
                <a:latin typeface="Times New Roman"/>
                <a:cs typeface="Times New Roman"/>
              </a:rPr>
              <a:t>Problem</a:t>
            </a:r>
            <a:endParaRPr sz="2800">
              <a:latin typeface="Times New Roman"/>
              <a:cs typeface="Times New Roman"/>
            </a:endParaRPr>
          </a:p>
          <a:p>
            <a:pPr marL="412750" indent="-285115">
              <a:spcBef>
                <a:spcPts val="600"/>
              </a:spcBef>
              <a:buChar char="•"/>
              <a:tabLst>
                <a:tab pos="412115" algn="l"/>
                <a:tab pos="412750" algn="l"/>
              </a:tabLst>
            </a:pPr>
            <a:r>
              <a:rPr sz="2400" dirty="0">
                <a:latin typeface="Times New Roman"/>
                <a:cs typeface="Times New Roman"/>
              </a:rPr>
              <a:t>Paradigm</a:t>
            </a:r>
            <a:r>
              <a:rPr sz="2400" spc="-25" dirty="0">
                <a:latin typeface="Times New Roman"/>
                <a:cs typeface="Times New Roman"/>
              </a:rPr>
              <a:t> </a:t>
            </a:r>
            <a:r>
              <a:rPr sz="2400" dirty="0">
                <a:latin typeface="Times New Roman"/>
                <a:cs typeface="Times New Roman"/>
              </a:rPr>
              <a:t>stem</a:t>
            </a:r>
            <a:r>
              <a:rPr sz="2400" spc="-20" dirty="0">
                <a:latin typeface="Times New Roman"/>
                <a:cs typeface="Times New Roman"/>
              </a:rPr>
              <a:t> </a:t>
            </a:r>
            <a:r>
              <a:rPr sz="2400" dirty="0">
                <a:latin typeface="Times New Roman"/>
                <a:cs typeface="Times New Roman"/>
              </a:rPr>
              <a:t>+</a:t>
            </a:r>
            <a:r>
              <a:rPr sz="2400" spc="-25" dirty="0">
                <a:latin typeface="Times New Roman"/>
                <a:cs typeface="Times New Roman"/>
              </a:rPr>
              <a:t> </a:t>
            </a:r>
            <a:r>
              <a:rPr sz="2400" dirty="0">
                <a:latin typeface="Times New Roman"/>
                <a:cs typeface="Times New Roman"/>
              </a:rPr>
              <a:t>affixea</a:t>
            </a:r>
            <a:endParaRPr sz="2400">
              <a:latin typeface="Times New Roman"/>
              <a:cs typeface="Times New Roman"/>
            </a:endParaRPr>
          </a:p>
          <a:p>
            <a:pPr marL="412750" indent="-285115">
              <a:spcBef>
                <a:spcPts val="600"/>
              </a:spcBef>
              <a:buChar char="•"/>
              <a:tabLst>
                <a:tab pos="412115" algn="l"/>
                <a:tab pos="412750" algn="l"/>
              </a:tabLst>
            </a:pPr>
            <a:r>
              <a:rPr sz="2400" dirty="0">
                <a:latin typeface="Times New Roman"/>
                <a:cs typeface="Times New Roman"/>
              </a:rPr>
              <a:t>Obtaining</a:t>
            </a:r>
            <a:r>
              <a:rPr sz="2400" spc="-35" dirty="0">
                <a:latin typeface="Times New Roman"/>
                <a:cs typeface="Times New Roman"/>
              </a:rPr>
              <a:t> </a:t>
            </a:r>
            <a:r>
              <a:rPr sz="2400" dirty="0">
                <a:latin typeface="Times New Roman"/>
                <a:cs typeface="Times New Roman"/>
              </a:rPr>
              <a:t>the</a:t>
            </a:r>
            <a:r>
              <a:rPr sz="2400" spc="-30" dirty="0">
                <a:latin typeface="Times New Roman"/>
                <a:cs typeface="Times New Roman"/>
              </a:rPr>
              <a:t> </a:t>
            </a:r>
            <a:r>
              <a:rPr sz="2400" dirty="0">
                <a:latin typeface="Times New Roman"/>
                <a:cs typeface="Times New Roman"/>
              </a:rPr>
              <a:t>stems</a:t>
            </a:r>
            <a:endParaRPr sz="2400">
              <a:latin typeface="Times New Roman"/>
              <a:cs typeface="Times New Roman"/>
            </a:endParaRPr>
          </a:p>
          <a:p>
            <a:pPr marL="412750" indent="-285115">
              <a:spcBef>
                <a:spcPts val="600"/>
              </a:spcBef>
              <a:buChar char="•"/>
              <a:tabLst>
                <a:tab pos="412115" algn="l"/>
                <a:tab pos="412750" algn="l"/>
                <a:tab pos="3345179" algn="l"/>
              </a:tabLst>
            </a:pPr>
            <a:r>
              <a:rPr sz="2400" spc="-5" dirty="0">
                <a:latin typeface="Times New Roman"/>
                <a:cs typeface="Times New Roman"/>
              </a:rPr>
              <a:t>Classification</a:t>
            </a:r>
            <a:r>
              <a:rPr sz="2400" spc="10" dirty="0">
                <a:latin typeface="Times New Roman"/>
                <a:cs typeface="Times New Roman"/>
              </a:rPr>
              <a:t> </a:t>
            </a:r>
            <a:r>
              <a:rPr sz="2400" dirty="0">
                <a:latin typeface="Times New Roman"/>
                <a:cs typeface="Times New Roman"/>
              </a:rPr>
              <a:t>of</a:t>
            </a:r>
            <a:r>
              <a:rPr sz="2400" spc="15" dirty="0">
                <a:latin typeface="Times New Roman"/>
                <a:cs typeface="Times New Roman"/>
              </a:rPr>
              <a:t> </a:t>
            </a:r>
            <a:r>
              <a:rPr sz="2400" dirty="0">
                <a:latin typeface="Times New Roman"/>
                <a:cs typeface="Times New Roman"/>
              </a:rPr>
              <a:t>stems	into</a:t>
            </a:r>
            <a:r>
              <a:rPr sz="2400" spc="-40" dirty="0">
                <a:latin typeface="Times New Roman"/>
                <a:cs typeface="Times New Roman"/>
              </a:rPr>
              <a:t> </a:t>
            </a:r>
            <a:r>
              <a:rPr sz="2400" dirty="0">
                <a:latin typeface="Times New Roman"/>
                <a:cs typeface="Times New Roman"/>
              </a:rPr>
              <a:t>models</a:t>
            </a:r>
            <a:endParaRPr sz="2400">
              <a:latin typeface="Times New Roman"/>
              <a:cs typeface="Times New Roman"/>
            </a:endParaRPr>
          </a:p>
          <a:p>
            <a:pPr marL="412750" indent="-285115">
              <a:spcBef>
                <a:spcPts val="600"/>
              </a:spcBef>
              <a:buChar char="•"/>
              <a:tabLst>
                <a:tab pos="412115" algn="l"/>
                <a:tab pos="412750" algn="l"/>
              </a:tabLst>
            </a:pPr>
            <a:r>
              <a:rPr sz="2400" dirty="0">
                <a:latin typeface="Times New Roman"/>
                <a:cs typeface="Times New Roman"/>
              </a:rPr>
              <a:t>Learning</a:t>
            </a:r>
            <a:r>
              <a:rPr sz="2400" spc="-20" dirty="0">
                <a:latin typeface="Times New Roman"/>
                <a:cs typeface="Times New Roman"/>
              </a:rPr>
              <a:t> </a:t>
            </a:r>
            <a:r>
              <a:rPr sz="2400" dirty="0">
                <a:latin typeface="Times New Roman"/>
                <a:cs typeface="Times New Roman"/>
              </a:rPr>
              <a:t>part</a:t>
            </a:r>
            <a:r>
              <a:rPr sz="2400" spc="-15" dirty="0">
                <a:latin typeface="Times New Roman"/>
                <a:cs typeface="Times New Roman"/>
              </a:rPr>
              <a:t> </a:t>
            </a:r>
            <a:r>
              <a:rPr sz="2400" dirty="0">
                <a:latin typeface="Times New Roman"/>
                <a:cs typeface="Times New Roman"/>
              </a:rPr>
              <a:t>of</a:t>
            </a:r>
            <a:r>
              <a:rPr sz="2400" spc="-10" dirty="0">
                <a:latin typeface="Times New Roman"/>
                <a:cs typeface="Times New Roman"/>
              </a:rPr>
              <a:t> </a:t>
            </a:r>
            <a:r>
              <a:rPr sz="2400" dirty="0">
                <a:latin typeface="Times New Roman"/>
                <a:cs typeface="Times New Roman"/>
              </a:rPr>
              <a:t>the</a:t>
            </a:r>
            <a:r>
              <a:rPr sz="2400" spc="-15" dirty="0">
                <a:latin typeface="Times New Roman"/>
                <a:cs typeface="Times New Roman"/>
              </a:rPr>
              <a:t> </a:t>
            </a:r>
            <a:r>
              <a:rPr sz="2400" dirty="0">
                <a:latin typeface="Times New Roman"/>
                <a:cs typeface="Times New Roman"/>
              </a:rPr>
              <a:t>morphology</a:t>
            </a:r>
            <a:r>
              <a:rPr sz="2400" spc="-20" dirty="0">
                <a:latin typeface="Times New Roman"/>
                <a:cs typeface="Times New Roman"/>
              </a:rPr>
              <a:t> </a:t>
            </a:r>
            <a:r>
              <a:rPr sz="2400" dirty="0">
                <a:latin typeface="Times New Roman"/>
                <a:cs typeface="Times New Roman"/>
              </a:rPr>
              <a:t>(e.g.</a:t>
            </a:r>
            <a:r>
              <a:rPr sz="2400" spc="-15" dirty="0">
                <a:latin typeface="Times New Roman"/>
                <a:cs typeface="Times New Roman"/>
              </a:rPr>
              <a:t> </a:t>
            </a:r>
            <a:r>
              <a:rPr sz="2400" dirty="0">
                <a:latin typeface="Times New Roman"/>
                <a:cs typeface="Times New Roman"/>
              </a:rPr>
              <a:t>derivational)</a:t>
            </a:r>
            <a:endParaRPr sz="2400">
              <a:latin typeface="Times New Roman"/>
              <a:cs typeface="Times New Roman"/>
            </a:endParaRPr>
          </a:p>
          <a:p>
            <a:pPr marL="12700">
              <a:spcBef>
                <a:spcPts val="690"/>
              </a:spcBef>
            </a:pPr>
            <a:r>
              <a:rPr sz="2800" spc="-10" dirty="0">
                <a:latin typeface="Times New Roman"/>
                <a:cs typeface="Times New Roman"/>
              </a:rPr>
              <a:t>Two</a:t>
            </a:r>
            <a:r>
              <a:rPr sz="2800" spc="-40" dirty="0">
                <a:latin typeface="Times New Roman"/>
                <a:cs typeface="Times New Roman"/>
              </a:rPr>
              <a:t> </a:t>
            </a:r>
            <a:r>
              <a:rPr sz="2800" spc="-5" dirty="0">
                <a:latin typeface="Times New Roman"/>
                <a:cs typeface="Times New Roman"/>
              </a:rPr>
              <a:t>approaches</a:t>
            </a:r>
            <a:endParaRPr sz="2800">
              <a:latin typeface="Times New Roman"/>
              <a:cs typeface="Times New Roman"/>
            </a:endParaRPr>
          </a:p>
          <a:p>
            <a:pPr marL="412750" indent="-285115">
              <a:spcBef>
                <a:spcPts val="600"/>
              </a:spcBef>
              <a:buChar char="•"/>
              <a:tabLst>
                <a:tab pos="412115" algn="l"/>
                <a:tab pos="412750" algn="l"/>
              </a:tabLst>
            </a:pPr>
            <a:r>
              <a:rPr sz="2400" spc="-5" dirty="0">
                <a:latin typeface="Times New Roman"/>
                <a:cs typeface="Times New Roman"/>
              </a:rPr>
              <a:t>No</a:t>
            </a:r>
            <a:r>
              <a:rPr sz="2400" spc="-10" dirty="0">
                <a:latin typeface="Times New Roman"/>
                <a:cs typeface="Times New Roman"/>
              </a:rPr>
              <a:t> </a:t>
            </a:r>
            <a:r>
              <a:rPr sz="2400" dirty="0">
                <a:latin typeface="Times New Roman"/>
                <a:cs typeface="Times New Roman"/>
              </a:rPr>
              <a:t>previous</a:t>
            </a:r>
            <a:r>
              <a:rPr sz="2400" spc="-10" dirty="0">
                <a:latin typeface="Times New Roman"/>
                <a:cs typeface="Times New Roman"/>
              </a:rPr>
              <a:t> </a:t>
            </a:r>
            <a:r>
              <a:rPr sz="2400" dirty="0">
                <a:latin typeface="Times New Roman"/>
                <a:cs typeface="Times New Roman"/>
              </a:rPr>
              <a:t>morphologic</a:t>
            </a:r>
            <a:r>
              <a:rPr sz="2400" spc="-5" dirty="0">
                <a:latin typeface="Times New Roman"/>
                <a:cs typeface="Times New Roman"/>
              </a:rPr>
              <a:t> knowledge</a:t>
            </a:r>
            <a:r>
              <a:rPr sz="2400" spc="-15" dirty="0">
                <a:latin typeface="Times New Roman"/>
                <a:cs typeface="Times New Roman"/>
              </a:rPr>
              <a:t> </a:t>
            </a:r>
            <a:r>
              <a:rPr sz="2400" spc="5" dirty="0">
                <a:latin typeface="Times New Roman"/>
                <a:cs typeface="Times New Roman"/>
              </a:rPr>
              <a:t>is</a:t>
            </a:r>
            <a:r>
              <a:rPr sz="2400" spc="-15" dirty="0">
                <a:latin typeface="Times New Roman"/>
                <a:cs typeface="Times New Roman"/>
              </a:rPr>
              <a:t> </a:t>
            </a:r>
            <a:r>
              <a:rPr sz="2400" dirty="0">
                <a:latin typeface="Times New Roman"/>
                <a:cs typeface="Times New Roman"/>
              </a:rPr>
              <a:t>available</a:t>
            </a:r>
            <a:endParaRPr sz="2400">
              <a:latin typeface="Times New Roman"/>
              <a:cs typeface="Times New Roman"/>
            </a:endParaRPr>
          </a:p>
          <a:p>
            <a:pPr marL="814069" lvl="1" indent="-229235">
              <a:spcBef>
                <a:spcPts val="500"/>
              </a:spcBef>
              <a:buChar char="•"/>
              <a:tabLst>
                <a:tab pos="813435" algn="l"/>
                <a:tab pos="814069" algn="l"/>
              </a:tabLst>
            </a:pPr>
            <a:r>
              <a:rPr sz="2000" spc="-5" dirty="0">
                <a:latin typeface="Times New Roman"/>
                <a:cs typeface="Times New Roman"/>
              </a:rPr>
              <a:t>Goldsmith,</a:t>
            </a:r>
            <a:r>
              <a:rPr sz="2000" spc="-20" dirty="0">
                <a:latin typeface="Times New Roman"/>
                <a:cs typeface="Times New Roman"/>
              </a:rPr>
              <a:t> </a:t>
            </a:r>
            <a:r>
              <a:rPr sz="2000" dirty="0">
                <a:latin typeface="Times New Roman"/>
                <a:cs typeface="Times New Roman"/>
              </a:rPr>
              <a:t>2001</a:t>
            </a:r>
            <a:endParaRPr sz="2000">
              <a:latin typeface="Times New Roman"/>
              <a:cs typeface="Times New Roman"/>
            </a:endParaRPr>
          </a:p>
          <a:p>
            <a:pPr marL="814069" lvl="1" indent="-229235">
              <a:spcBef>
                <a:spcPts val="500"/>
              </a:spcBef>
              <a:buChar char="•"/>
              <a:tabLst>
                <a:tab pos="813435" algn="l"/>
                <a:tab pos="814069" algn="l"/>
              </a:tabLst>
            </a:pPr>
            <a:r>
              <a:rPr sz="2000" spc="-5" dirty="0">
                <a:latin typeface="Times New Roman"/>
                <a:cs typeface="Times New Roman"/>
              </a:rPr>
              <a:t>Brent,</a:t>
            </a:r>
            <a:r>
              <a:rPr sz="2000" spc="-30" dirty="0">
                <a:latin typeface="Times New Roman"/>
                <a:cs typeface="Times New Roman"/>
              </a:rPr>
              <a:t> </a:t>
            </a:r>
            <a:r>
              <a:rPr sz="2000" dirty="0">
                <a:latin typeface="Times New Roman"/>
                <a:cs typeface="Times New Roman"/>
              </a:rPr>
              <a:t>1999</a:t>
            </a:r>
            <a:endParaRPr sz="2000">
              <a:latin typeface="Times New Roman"/>
              <a:cs typeface="Times New Roman"/>
            </a:endParaRPr>
          </a:p>
          <a:p>
            <a:pPr marL="814069" lvl="1" indent="-229235">
              <a:spcBef>
                <a:spcPts val="500"/>
              </a:spcBef>
              <a:buChar char="•"/>
              <a:tabLst>
                <a:tab pos="813435" algn="l"/>
                <a:tab pos="814069" algn="l"/>
              </a:tabLst>
            </a:pPr>
            <a:r>
              <a:rPr sz="2000" dirty="0">
                <a:latin typeface="Times New Roman"/>
                <a:cs typeface="Times New Roman"/>
              </a:rPr>
              <a:t>Snover,</a:t>
            </a:r>
            <a:r>
              <a:rPr sz="2000" spc="-15" dirty="0">
                <a:latin typeface="Times New Roman"/>
                <a:cs typeface="Times New Roman"/>
              </a:rPr>
              <a:t> </a:t>
            </a:r>
            <a:r>
              <a:rPr sz="2000" dirty="0">
                <a:latin typeface="Times New Roman"/>
                <a:cs typeface="Times New Roman"/>
              </a:rPr>
              <a:t>Brent,</a:t>
            </a:r>
            <a:r>
              <a:rPr sz="2000" spc="-10" dirty="0">
                <a:latin typeface="Times New Roman"/>
                <a:cs typeface="Times New Roman"/>
              </a:rPr>
              <a:t> </a:t>
            </a:r>
            <a:r>
              <a:rPr sz="2000" dirty="0">
                <a:latin typeface="Times New Roman"/>
                <a:cs typeface="Times New Roman"/>
              </a:rPr>
              <a:t>2001,</a:t>
            </a:r>
            <a:r>
              <a:rPr sz="2000" spc="-10" dirty="0">
                <a:latin typeface="Times New Roman"/>
                <a:cs typeface="Times New Roman"/>
              </a:rPr>
              <a:t> </a:t>
            </a:r>
            <a:r>
              <a:rPr sz="2000" dirty="0">
                <a:latin typeface="Times New Roman"/>
                <a:cs typeface="Times New Roman"/>
              </a:rPr>
              <a:t>2002</a:t>
            </a:r>
            <a:endParaRPr sz="2000">
              <a:latin typeface="Times New Roman"/>
              <a:cs typeface="Times New Roman"/>
            </a:endParaRPr>
          </a:p>
          <a:p>
            <a:pPr marL="412750" indent="-285115">
              <a:spcBef>
                <a:spcPts val="600"/>
              </a:spcBef>
              <a:buChar char="•"/>
              <a:tabLst>
                <a:tab pos="412115" algn="l"/>
                <a:tab pos="412750" algn="l"/>
              </a:tabLst>
            </a:pPr>
            <a:r>
              <a:rPr sz="2400" dirty="0">
                <a:latin typeface="Times New Roman"/>
                <a:cs typeface="Times New Roman"/>
              </a:rPr>
              <a:t>Morphologic</a:t>
            </a:r>
            <a:r>
              <a:rPr sz="2400" spc="-10" dirty="0">
                <a:latin typeface="Times New Roman"/>
                <a:cs typeface="Times New Roman"/>
              </a:rPr>
              <a:t> </a:t>
            </a:r>
            <a:r>
              <a:rPr sz="2400" spc="-5" dirty="0">
                <a:latin typeface="Times New Roman"/>
                <a:cs typeface="Times New Roman"/>
              </a:rPr>
              <a:t>knowledge</a:t>
            </a:r>
            <a:r>
              <a:rPr sz="2400" spc="-10" dirty="0">
                <a:latin typeface="Times New Roman"/>
                <a:cs typeface="Times New Roman"/>
              </a:rPr>
              <a:t> </a:t>
            </a:r>
            <a:r>
              <a:rPr sz="2400" dirty="0">
                <a:latin typeface="Times New Roman"/>
                <a:cs typeface="Times New Roman"/>
              </a:rPr>
              <a:t>can</a:t>
            </a:r>
            <a:r>
              <a:rPr sz="2400" spc="-10" dirty="0">
                <a:latin typeface="Times New Roman"/>
                <a:cs typeface="Times New Roman"/>
              </a:rPr>
              <a:t> </a:t>
            </a:r>
            <a:r>
              <a:rPr sz="2400" dirty="0">
                <a:latin typeface="Times New Roman"/>
                <a:cs typeface="Times New Roman"/>
              </a:rPr>
              <a:t>be</a:t>
            </a:r>
            <a:r>
              <a:rPr sz="2400" spc="-10" dirty="0">
                <a:latin typeface="Times New Roman"/>
                <a:cs typeface="Times New Roman"/>
              </a:rPr>
              <a:t> </a:t>
            </a:r>
            <a:r>
              <a:rPr sz="2400" spc="-5" dirty="0">
                <a:latin typeface="Times New Roman"/>
                <a:cs typeface="Times New Roman"/>
              </a:rPr>
              <a:t>used</a:t>
            </a:r>
            <a:endParaRPr sz="2400">
              <a:latin typeface="Times New Roman"/>
              <a:cs typeface="Times New Roman"/>
            </a:endParaRPr>
          </a:p>
          <a:p>
            <a:pPr marL="814069" lvl="1" indent="-229235">
              <a:spcBef>
                <a:spcPts val="500"/>
              </a:spcBef>
              <a:buChar char="•"/>
              <a:tabLst>
                <a:tab pos="813435" algn="l"/>
                <a:tab pos="814069" algn="l"/>
              </a:tabLst>
            </a:pPr>
            <a:r>
              <a:rPr sz="2000" spc="-5" dirty="0">
                <a:latin typeface="Times New Roman"/>
                <a:cs typeface="Times New Roman"/>
              </a:rPr>
              <a:t>Oliver</a:t>
            </a:r>
            <a:r>
              <a:rPr sz="2000" spc="-20" dirty="0">
                <a:latin typeface="Times New Roman"/>
                <a:cs typeface="Times New Roman"/>
              </a:rPr>
              <a:t> </a:t>
            </a:r>
            <a:r>
              <a:rPr sz="2000" dirty="0">
                <a:latin typeface="Times New Roman"/>
                <a:cs typeface="Times New Roman"/>
              </a:rPr>
              <a:t>at</a:t>
            </a:r>
            <a:r>
              <a:rPr sz="2000" spc="-15" dirty="0">
                <a:latin typeface="Times New Roman"/>
                <a:cs typeface="Times New Roman"/>
              </a:rPr>
              <a:t> </a:t>
            </a:r>
            <a:r>
              <a:rPr sz="2000" spc="-5" dirty="0">
                <a:latin typeface="Times New Roman"/>
                <a:cs typeface="Times New Roman"/>
              </a:rPr>
              <a:t>al,</a:t>
            </a:r>
            <a:r>
              <a:rPr sz="2000" spc="-10" dirty="0">
                <a:latin typeface="Times New Roman"/>
                <a:cs typeface="Times New Roman"/>
              </a:rPr>
              <a:t> </a:t>
            </a:r>
            <a:r>
              <a:rPr sz="2000" dirty="0">
                <a:latin typeface="Times New Roman"/>
                <a:cs typeface="Times New Roman"/>
              </a:rPr>
              <a:t>2002</a:t>
            </a:r>
            <a:endParaRPr sz="2000">
              <a:latin typeface="Times New Roman"/>
              <a:cs typeface="Times New Roman"/>
            </a:endParaRPr>
          </a:p>
        </p:txBody>
      </p:sp>
      <p:sp>
        <p:nvSpPr>
          <p:cNvPr id="5" name="object 5"/>
          <p:cNvSpPr txBox="1"/>
          <p:nvPr/>
        </p:nvSpPr>
        <p:spPr>
          <a:xfrm>
            <a:off x="2482850" y="3746500"/>
            <a:ext cx="119380" cy="345440"/>
          </a:xfrm>
          <a:prstGeom prst="rect">
            <a:avLst/>
          </a:prstGeom>
        </p:spPr>
        <p:txBody>
          <a:bodyPr vert="horz" wrap="square" lIns="0" tIns="12700" rIns="0" bIns="0" rtlCol="0">
            <a:spAutoFit/>
          </a:bodyPr>
          <a:lstStyle/>
          <a:p>
            <a:pPr marL="12700">
              <a:spcBef>
                <a:spcPts val="100"/>
              </a:spcBef>
            </a:pPr>
            <a:r>
              <a:rPr sz="2100" dirty="0">
                <a:latin typeface="Times New Roman"/>
                <a:cs typeface="Times New Roman"/>
              </a:rPr>
              <a:t>•</a:t>
            </a:r>
            <a:endParaRPr sz="2100">
              <a:latin typeface="Times New Roman"/>
              <a:cs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02050" y="337820"/>
            <a:ext cx="4786630" cy="452120"/>
          </a:xfrm>
          <a:prstGeom prst="rect">
            <a:avLst/>
          </a:prstGeom>
        </p:spPr>
        <p:txBody>
          <a:bodyPr vert="horz" wrap="square" lIns="0" tIns="12700" rIns="0" bIns="0" rtlCol="0" anchor="ctr">
            <a:spAutoFit/>
          </a:bodyPr>
          <a:lstStyle/>
          <a:p>
            <a:pPr marL="12700">
              <a:lnSpc>
                <a:spcPct val="100000"/>
              </a:lnSpc>
              <a:spcBef>
                <a:spcPts val="100"/>
              </a:spcBef>
            </a:pPr>
            <a:r>
              <a:rPr sz="2800" spc="-5" dirty="0"/>
              <a:t>Automatic</a:t>
            </a:r>
            <a:r>
              <a:rPr sz="2800" spc="-25" dirty="0"/>
              <a:t> </a:t>
            </a:r>
            <a:r>
              <a:rPr sz="2800" dirty="0"/>
              <a:t>morphology</a:t>
            </a:r>
            <a:r>
              <a:rPr sz="2800" spc="-20" dirty="0"/>
              <a:t> </a:t>
            </a:r>
            <a:r>
              <a:rPr sz="2800" spc="-5" dirty="0"/>
              <a:t>learning</a:t>
            </a:r>
            <a:r>
              <a:rPr sz="2800" spc="5" dirty="0"/>
              <a:t> </a:t>
            </a:r>
            <a:r>
              <a:rPr sz="1400" dirty="0"/>
              <a:t>2</a:t>
            </a:r>
            <a:endParaRPr sz="1400"/>
          </a:p>
        </p:txBody>
      </p:sp>
      <p:sp>
        <p:nvSpPr>
          <p:cNvPr id="5" name="object 5"/>
          <p:cNvSpPr txBox="1">
            <a:spLocks noGrp="1"/>
          </p:cNvSpPr>
          <p:nvPr>
            <p:ph type="ftr" sz="quarter" idx="5"/>
          </p:nvPr>
        </p:nvSpPr>
        <p:spPr>
          <a:xfrm>
            <a:off x="163829" y="6537000"/>
            <a:ext cx="1346200" cy="222884"/>
          </a:xfrm>
          <a:prstGeom prst="rect">
            <a:avLst/>
          </a:prstGeom>
        </p:spPr>
        <p:txBody>
          <a:bodyPr vert="horz" wrap="square" lIns="0" tIns="0" rIns="0" bIns="0" rtlCol="0">
            <a:spAutoFit/>
          </a:bodyPr>
          <a:lstStyle>
            <a:defPPr>
              <a:defRPr lang="en-US"/>
            </a:defPPr>
            <a:lvl1pPr marL="0" algn="l" defTabSz="914400" rtl="0" eaLnBrk="1" latinLnBrk="0" hangingPunct="1">
              <a:defRPr sz="1400" b="0" i="0" kern="1200">
                <a:solidFill>
                  <a:schemeClr val="tx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1630"/>
              </a:lnSpc>
            </a:pPr>
            <a:r>
              <a:rPr lang="en-IN" spc="-5"/>
              <a:t>NLP</a:t>
            </a:r>
            <a:r>
              <a:rPr lang="en-IN" spc="285"/>
              <a:t> </a:t>
            </a:r>
            <a:r>
              <a:rPr lang="en-IN"/>
              <a:t>Morphology</a:t>
            </a:r>
            <a:endParaRPr dirty="0"/>
          </a:p>
        </p:txBody>
      </p:sp>
      <p:sp>
        <p:nvSpPr>
          <p:cNvPr id="6" name="object 6"/>
          <p:cNvSpPr txBox="1">
            <a:spLocks noGrp="1"/>
          </p:cNvSpPr>
          <p:nvPr>
            <p:ph type="sldNum" sz="quarter" idx="7"/>
          </p:nvPr>
        </p:nvSpPr>
        <p:spPr>
          <a:xfrm>
            <a:off x="8967469" y="6537000"/>
            <a:ext cx="267970" cy="222884"/>
          </a:xfrm>
          <a:prstGeom prst="rect">
            <a:avLst/>
          </a:prstGeom>
        </p:spPr>
        <p:txBody>
          <a:bodyPr vert="horz" wrap="square" lIns="0" tIns="0" rIns="0" bIns="0" rtlCol="0">
            <a:spAutoFit/>
          </a:bodyPr>
          <a:lstStyle>
            <a:defPPr>
              <a:defRPr lang="en-US"/>
            </a:defPPr>
            <a:lvl1pPr marL="0" algn="l" defTabSz="914400" rtl="0" eaLnBrk="1" latinLnBrk="0" hangingPunct="1">
              <a:defRPr sz="1400" b="0" i="0" kern="1200">
                <a:solidFill>
                  <a:schemeClr val="tx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1630"/>
              </a:lnSpc>
            </a:pPr>
            <a:fld id="{81D60167-4931-47E6-BA6A-407CBD079E47}" type="slidenum">
              <a:rPr lang="en-IN" smtClean="0"/>
              <a:pPr marL="38100">
                <a:lnSpc>
                  <a:spcPts val="1630"/>
                </a:lnSpc>
              </a:pPr>
              <a:t>46</a:t>
            </a:fld>
            <a:endParaRPr dirty="0"/>
          </a:p>
        </p:txBody>
      </p:sp>
      <p:sp>
        <p:nvSpPr>
          <p:cNvPr id="3" name="object 3"/>
          <p:cNvSpPr txBox="1"/>
          <p:nvPr/>
        </p:nvSpPr>
        <p:spPr>
          <a:xfrm>
            <a:off x="2482850" y="1464309"/>
            <a:ext cx="119380" cy="345440"/>
          </a:xfrm>
          <a:prstGeom prst="rect">
            <a:avLst/>
          </a:prstGeom>
        </p:spPr>
        <p:txBody>
          <a:bodyPr vert="horz" wrap="square" lIns="0" tIns="12700" rIns="0" bIns="0" rtlCol="0">
            <a:spAutoFit/>
          </a:bodyPr>
          <a:lstStyle/>
          <a:p>
            <a:pPr marL="12700">
              <a:spcBef>
                <a:spcPts val="100"/>
              </a:spcBef>
            </a:pPr>
            <a:r>
              <a:rPr sz="2100" dirty="0">
                <a:latin typeface="Times New Roman"/>
                <a:cs typeface="Times New Roman"/>
              </a:rPr>
              <a:t>•</a:t>
            </a:r>
            <a:endParaRPr sz="2100">
              <a:latin typeface="Times New Roman"/>
              <a:cs typeface="Times New Roman"/>
            </a:endParaRPr>
          </a:p>
        </p:txBody>
      </p:sp>
      <p:sp>
        <p:nvSpPr>
          <p:cNvPr id="4" name="object 4"/>
          <p:cNvSpPr txBox="1"/>
          <p:nvPr/>
        </p:nvSpPr>
        <p:spPr>
          <a:xfrm>
            <a:off x="2786380" y="1338580"/>
            <a:ext cx="6065520" cy="4107179"/>
          </a:xfrm>
          <a:prstGeom prst="rect">
            <a:avLst/>
          </a:prstGeom>
        </p:spPr>
        <p:txBody>
          <a:bodyPr vert="horz" wrap="square" lIns="0" tIns="101600" rIns="0" bIns="0" rtlCol="0">
            <a:spAutoFit/>
          </a:bodyPr>
          <a:lstStyle/>
          <a:p>
            <a:pPr marL="50800">
              <a:spcBef>
                <a:spcPts val="800"/>
              </a:spcBef>
              <a:tabLst>
                <a:tab pos="3888104" algn="l"/>
              </a:tabLst>
            </a:pPr>
            <a:r>
              <a:rPr sz="2800" spc="-5" dirty="0">
                <a:latin typeface="Times New Roman"/>
                <a:cs typeface="Times New Roman"/>
              </a:rPr>
              <a:t>Automatic</a:t>
            </a:r>
            <a:r>
              <a:rPr sz="2800" spc="5" dirty="0">
                <a:latin typeface="Times New Roman"/>
                <a:cs typeface="Times New Roman"/>
              </a:rPr>
              <a:t> </a:t>
            </a:r>
            <a:r>
              <a:rPr sz="2800" spc="-5" dirty="0">
                <a:latin typeface="Times New Roman"/>
                <a:cs typeface="Times New Roman"/>
              </a:rPr>
              <a:t>morphological	analysis</a:t>
            </a:r>
            <a:endParaRPr sz="2800">
              <a:latin typeface="Times New Roman"/>
              <a:cs typeface="Times New Roman"/>
            </a:endParaRPr>
          </a:p>
          <a:p>
            <a:pPr marL="450850" indent="-285115">
              <a:spcBef>
                <a:spcPts val="600"/>
              </a:spcBef>
              <a:buChar char="•"/>
              <a:tabLst>
                <a:tab pos="450215" algn="l"/>
                <a:tab pos="450850" algn="l"/>
              </a:tabLst>
            </a:pPr>
            <a:r>
              <a:rPr sz="2400" dirty="0">
                <a:latin typeface="Times New Roman"/>
                <a:cs typeface="Times New Roman"/>
              </a:rPr>
              <a:t>Identification</a:t>
            </a:r>
            <a:r>
              <a:rPr sz="2400" spc="-15" dirty="0">
                <a:latin typeface="Times New Roman"/>
                <a:cs typeface="Times New Roman"/>
              </a:rPr>
              <a:t> </a:t>
            </a:r>
            <a:r>
              <a:rPr sz="2400" spc="-5" dirty="0">
                <a:latin typeface="Times New Roman"/>
                <a:cs typeface="Times New Roman"/>
              </a:rPr>
              <a:t>of </a:t>
            </a:r>
            <a:r>
              <a:rPr sz="2400" dirty="0">
                <a:latin typeface="Times New Roman"/>
                <a:cs typeface="Times New Roman"/>
              </a:rPr>
              <a:t>borders</a:t>
            </a:r>
            <a:r>
              <a:rPr sz="2400" spc="-20" dirty="0">
                <a:latin typeface="Times New Roman"/>
                <a:cs typeface="Times New Roman"/>
              </a:rPr>
              <a:t> </a:t>
            </a:r>
            <a:r>
              <a:rPr sz="2400" spc="-5" dirty="0">
                <a:latin typeface="Times New Roman"/>
                <a:cs typeface="Times New Roman"/>
              </a:rPr>
              <a:t>betwen</a:t>
            </a:r>
            <a:r>
              <a:rPr sz="2400" spc="-10" dirty="0">
                <a:latin typeface="Times New Roman"/>
                <a:cs typeface="Times New Roman"/>
              </a:rPr>
              <a:t> </a:t>
            </a:r>
            <a:r>
              <a:rPr sz="2400" dirty="0">
                <a:latin typeface="Times New Roman"/>
                <a:cs typeface="Times New Roman"/>
              </a:rPr>
              <a:t>morphemes</a:t>
            </a:r>
            <a:endParaRPr sz="2400">
              <a:latin typeface="Times New Roman"/>
              <a:cs typeface="Times New Roman"/>
            </a:endParaRPr>
          </a:p>
          <a:p>
            <a:pPr marL="852169" lvl="1" indent="-229235">
              <a:spcBef>
                <a:spcPts val="500"/>
              </a:spcBef>
              <a:buChar char="•"/>
              <a:tabLst>
                <a:tab pos="851535" algn="l"/>
                <a:tab pos="852169" algn="l"/>
              </a:tabLst>
            </a:pPr>
            <a:r>
              <a:rPr sz="2000" spc="-10" dirty="0">
                <a:latin typeface="Times New Roman"/>
                <a:cs typeface="Times New Roman"/>
              </a:rPr>
              <a:t>Zellig </a:t>
            </a:r>
            <a:r>
              <a:rPr sz="2000" spc="-5" dirty="0">
                <a:latin typeface="Times New Roman"/>
                <a:cs typeface="Times New Roman"/>
              </a:rPr>
              <a:t>Harris</a:t>
            </a:r>
            <a:endParaRPr sz="2000">
              <a:latin typeface="Times New Roman"/>
              <a:cs typeface="Times New Roman"/>
            </a:endParaRPr>
          </a:p>
          <a:p>
            <a:pPr marL="1309370" lvl="2" indent="-228600">
              <a:spcBef>
                <a:spcPts val="450"/>
              </a:spcBef>
              <a:buSzPct val="63888"/>
              <a:buChar char="•"/>
              <a:tabLst>
                <a:tab pos="1308735" algn="l"/>
                <a:tab pos="1309370" algn="l"/>
              </a:tabLst>
            </a:pPr>
            <a:r>
              <a:rPr dirty="0">
                <a:latin typeface="Times New Roman"/>
                <a:cs typeface="Times New Roman"/>
              </a:rPr>
              <a:t>{prefix,</a:t>
            </a:r>
            <a:r>
              <a:rPr spc="-5" dirty="0">
                <a:latin typeface="Times New Roman"/>
                <a:cs typeface="Times New Roman"/>
              </a:rPr>
              <a:t> suffix}</a:t>
            </a:r>
            <a:r>
              <a:rPr dirty="0">
                <a:latin typeface="Times New Roman"/>
                <a:cs typeface="Times New Roman"/>
              </a:rPr>
              <a:t> </a:t>
            </a:r>
            <a:r>
              <a:rPr spc="-5" dirty="0">
                <a:latin typeface="Times New Roman"/>
                <a:cs typeface="Times New Roman"/>
              </a:rPr>
              <a:t>conditional</a:t>
            </a:r>
            <a:r>
              <a:rPr dirty="0">
                <a:latin typeface="Times New Roman"/>
                <a:cs typeface="Times New Roman"/>
              </a:rPr>
              <a:t> </a:t>
            </a:r>
            <a:r>
              <a:rPr spc="-5" dirty="0">
                <a:latin typeface="Times New Roman"/>
                <a:cs typeface="Times New Roman"/>
              </a:rPr>
              <a:t>entropy</a:t>
            </a:r>
            <a:endParaRPr>
              <a:latin typeface="Times New Roman"/>
              <a:cs typeface="Times New Roman"/>
            </a:endParaRPr>
          </a:p>
          <a:p>
            <a:pPr marL="450850" marR="30480" indent="-284480">
              <a:spcBef>
                <a:spcPts val="600"/>
              </a:spcBef>
              <a:buChar char="•"/>
              <a:tabLst>
                <a:tab pos="450215" algn="l"/>
                <a:tab pos="450850" algn="l"/>
              </a:tabLst>
            </a:pPr>
            <a:r>
              <a:rPr sz="2400" dirty="0">
                <a:latin typeface="Times New Roman"/>
                <a:cs typeface="Times New Roman"/>
              </a:rPr>
              <a:t>bigrams</a:t>
            </a:r>
            <a:r>
              <a:rPr sz="2400" spc="-20" dirty="0">
                <a:latin typeface="Times New Roman"/>
                <a:cs typeface="Times New Roman"/>
              </a:rPr>
              <a:t> </a:t>
            </a:r>
            <a:r>
              <a:rPr sz="2400" dirty="0">
                <a:latin typeface="Times New Roman"/>
                <a:cs typeface="Times New Roman"/>
              </a:rPr>
              <a:t>and</a:t>
            </a:r>
            <a:r>
              <a:rPr sz="2400" spc="-10" dirty="0">
                <a:latin typeface="Times New Roman"/>
                <a:cs typeface="Times New Roman"/>
              </a:rPr>
              <a:t> </a:t>
            </a:r>
            <a:r>
              <a:rPr sz="2400" dirty="0">
                <a:latin typeface="Times New Roman"/>
                <a:cs typeface="Times New Roman"/>
              </a:rPr>
              <a:t>trigrams</a:t>
            </a:r>
            <a:r>
              <a:rPr sz="2400" spc="-10" dirty="0">
                <a:latin typeface="Times New Roman"/>
                <a:cs typeface="Times New Roman"/>
              </a:rPr>
              <a:t> </a:t>
            </a:r>
            <a:r>
              <a:rPr sz="2400" spc="-5" dirty="0">
                <a:latin typeface="Times New Roman"/>
                <a:cs typeface="Times New Roman"/>
              </a:rPr>
              <a:t>with</a:t>
            </a:r>
            <a:r>
              <a:rPr sz="2400" spc="-10" dirty="0">
                <a:latin typeface="Times New Roman"/>
                <a:cs typeface="Times New Roman"/>
              </a:rPr>
              <a:t> </a:t>
            </a:r>
            <a:r>
              <a:rPr sz="2400" dirty="0">
                <a:latin typeface="Times New Roman"/>
                <a:cs typeface="Times New Roman"/>
              </a:rPr>
              <a:t>high</a:t>
            </a:r>
            <a:r>
              <a:rPr sz="2400" spc="-15" dirty="0">
                <a:latin typeface="Times New Roman"/>
                <a:cs typeface="Times New Roman"/>
              </a:rPr>
              <a:t> </a:t>
            </a:r>
            <a:r>
              <a:rPr sz="2400" dirty="0">
                <a:latin typeface="Times New Roman"/>
                <a:cs typeface="Times New Roman"/>
              </a:rPr>
              <a:t>probability</a:t>
            </a:r>
            <a:r>
              <a:rPr sz="2400" spc="-15" dirty="0">
                <a:latin typeface="Times New Roman"/>
                <a:cs typeface="Times New Roman"/>
              </a:rPr>
              <a:t> </a:t>
            </a:r>
            <a:r>
              <a:rPr sz="2400" spc="-5" dirty="0">
                <a:latin typeface="Times New Roman"/>
                <a:cs typeface="Times New Roman"/>
              </a:rPr>
              <a:t>of </a:t>
            </a:r>
            <a:r>
              <a:rPr sz="2400" spc="-585" dirty="0">
                <a:latin typeface="Times New Roman"/>
                <a:cs typeface="Times New Roman"/>
              </a:rPr>
              <a:t> </a:t>
            </a:r>
            <a:r>
              <a:rPr sz="2400" dirty="0">
                <a:latin typeface="Times New Roman"/>
                <a:cs typeface="Times New Roman"/>
              </a:rPr>
              <a:t>forming</a:t>
            </a:r>
            <a:r>
              <a:rPr sz="2400" spc="-10" dirty="0">
                <a:latin typeface="Times New Roman"/>
                <a:cs typeface="Times New Roman"/>
              </a:rPr>
              <a:t> </a:t>
            </a:r>
            <a:r>
              <a:rPr sz="2400" dirty="0">
                <a:latin typeface="Times New Roman"/>
                <a:cs typeface="Times New Roman"/>
              </a:rPr>
              <a:t>a morpheme</a:t>
            </a:r>
            <a:endParaRPr sz="2400">
              <a:latin typeface="Times New Roman"/>
              <a:cs typeface="Times New Roman"/>
            </a:endParaRPr>
          </a:p>
          <a:p>
            <a:pPr marL="450850" marR="656590" indent="-284480">
              <a:spcBef>
                <a:spcPts val="600"/>
              </a:spcBef>
              <a:buChar char="•"/>
              <a:tabLst>
                <a:tab pos="450215" algn="l"/>
                <a:tab pos="450850" algn="l"/>
              </a:tabLst>
            </a:pPr>
            <a:r>
              <a:rPr sz="2400" dirty="0">
                <a:latin typeface="Times New Roman"/>
                <a:cs typeface="Times New Roman"/>
              </a:rPr>
              <a:t>Learning</a:t>
            </a:r>
            <a:r>
              <a:rPr sz="2400" spc="-20" dirty="0">
                <a:latin typeface="Times New Roman"/>
                <a:cs typeface="Times New Roman"/>
              </a:rPr>
              <a:t> </a:t>
            </a:r>
            <a:r>
              <a:rPr sz="2400" dirty="0">
                <a:latin typeface="Times New Roman"/>
                <a:cs typeface="Times New Roman"/>
              </a:rPr>
              <a:t>of</a:t>
            </a:r>
            <a:r>
              <a:rPr sz="2400" spc="-15" dirty="0">
                <a:latin typeface="Times New Roman"/>
                <a:cs typeface="Times New Roman"/>
              </a:rPr>
              <a:t> </a:t>
            </a:r>
            <a:r>
              <a:rPr sz="2400" dirty="0">
                <a:latin typeface="Times New Roman"/>
                <a:cs typeface="Times New Roman"/>
              </a:rPr>
              <a:t>patterns</a:t>
            </a:r>
            <a:r>
              <a:rPr sz="2400" spc="-20" dirty="0">
                <a:latin typeface="Times New Roman"/>
                <a:cs typeface="Times New Roman"/>
              </a:rPr>
              <a:t> </a:t>
            </a:r>
            <a:r>
              <a:rPr sz="2400" dirty="0">
                <a:latin typeface="Times New Roman"/>
                <a:cs typeface="Times New Roman"/>
              </a:rPr>
              <a:t>or</a:t>
            </a:r>
            <a:r>
              <a:rPr sz="2400" spc="-10" dirty="0">
                <a:latin typeface="Times New Roman"/>
                <a:cs typeface="Times New Roman"/>
              </a:rPr>
              <a:t> </a:t>
            </a:r>
            <a:r>
              <a:rPr sz="2400" dirty="0">
                <a:latin typeface="Times New Roman"/>
                <a:cs typeface="Times New Roman"/>
              </a:rPr>
              <a:t>rules</a:t>
            </a:r>
            <a:r>
              <a:rPr sz="2400" spc="-15" dirty="0">
                <a:latin typeface="Times New Roman"/>
                <a:cs typeface="Times New Roman"/>
              </a:rPr>
              <a:t> </a:t>
            </a:r>
            <a:r>
              <a:rPr sz="2400" dirty="0">
                <a:latin typeface="Times New Roman"/>
                <a:cs typeface="Times New Roman"/>
              </a:rPr>
              <a:t>of</a:t>
            </a:r>
            <a:r>
              <a:rPr sz="2400" spc="-15" dirty="0">
                <a:latin typeface="Times New Roman"/>
                <a:cs typeface="Times New Roman"/>
              </a:rPr>
              <a:t> </a:t>
            </a:r>
            <a:r>
              <a:rPr sz="2400" dirty="0">
                <a:latin typeface="Times New Roman"/>
                <a:cs typeface="Times New Roman"/>
              </a:rPr>
              <a:t>mapping </a:t>
            </a:r>
            <a:r>
              <a:rPr sz="2400" spc="-585" dirty="0">
                <a:latin typeface="Times New Roman"/>
                <a:cs typeface="Times New Roman"/>
              </a:rPr>
              <a:t> </a:t>
            </a:r>
            <a:r>
              <a:rPr sz="2400" spc="-5" dirty="0">
                <a:latin typeface="Times New Roman"/>
                <a:cs typeface="Times New Roman"/>
              </a:rPr>
              <a:t>between </a:t>
            </a:r>
            <a:r>
              <a:rPr sz="2400" dirty="0">
                <a:latin typeface="Times New Roman"/>
                <a:cs typeface="Times New Roman"/>
              </a:rPr>
              <a:t>pairs of </a:t>
            </a:r>
            <a:r>
              <a:rPr sz="2400" spc="-5" dirty="0">
                <a:latin typeface="Times New Roman"/>
                <a:cs typeface="Times New Roman"/>
              </a:rPr>
              <a:t>words</a:t>
            </a:r>
            <a:endParaRPr sz="2400">
              <a:latin typeface="Times New Roman"/>
              <a:cs typeface="Times New Roman"/>
            </a:endParaRPr>
          </a:p>
          <a:p>
            <a:pPr marL="450850" indent="-285115">
              <a:spcBef>
                <a:spcPts val="590"/>
              </a:spcBef>
              <a:buChar char="•"/>
              <a:tabLst>
                <a:tab pos="450215" algn="l"/>
                <a:tab pos="450850" algn="l"/>
              </a:tabLst>
            </a:pPr>
            <a:r>
              <a:rPr sz="2400" spc="-5" dirty="0">
                <a:latin typeface="Times New Roman"/>
                <a:cs typeface="Times New Roman"/>
              </a:rPr>
              <a:t>Global</a:t>
            </a:r>
            <a:r>
              <a:rPr sz="2400" spc="-15" dirty="0">
                <a:latin typeface="Times New Roman"/>
                <a:cs typeface="Times New Roman"/>
              </a:rPr>
              <a:t> </a:t>
            </a:r>
            <a:r>
              <a:rPr sz="2400" spc="-5" dirty="0">
                <a:latin typeface="Times New Roman"/>
                <a:cs typeface="Times New Roman"/>
              </a:rPr>
              <a:t>approach</a:t>
            </a:r>
            <a:r>
              <a:rPr sz="2400" spc="-10" dirty="0">
                <a:latin typeface="Times New Roman"/>
                <a:cs typeface="Times New Roman"/>
              </a:rPr>
              <a:t> </a:t>
            </a:r>
            <a:r>
              <a:rPr sz="2400" dirty="0">
                <a:latin typeface="Times New Roman"/>
                <a:cs typeface="Times New Roman"/>
              </a:rPr>
              <a:t>(top-down)</a:t>
            </a:r>
            <a:endParaRPr sz="2400">
              <a:latin typeface="Times New Roman"/>
              <a:cs typeface="Times New Roman"/>
            </a:endParaRPr>
          </a:p>
          <a:p>
            <a:pPr marL="852169" lvl="1" indent="-229235">
              <a:spcBef>
                <a:spcPts val="500"/>
              </a:spcBef>
              <a:buChar char="•"/>
              <a:tabLst>
                <a:tab pos="851535" algn="l"/>
                <a:tab pos="852169" algn="l"/>
              </a:tabLst>
            </a:pPr>
            <a:r>
              <a:rPr sz="2000" spc="-5" dirty="0">
                <a:latin typeface="Times New Roman"/>
                <a:cs typeface="Times New Roman"/>
              </a:rPr>
              <a:t>Golsdmith,</a:t>
            </a:r>
            <a:r>
              <a:rPr sz="2000" spc="-15" dirty="0">
                <a:latin typeface="Times New Roman"/>
                <a:cs typeface="Times New Roman"/>
              </a:rPr>
              <a:t> </a:t>
            </a:r>
            <a:r>
              <a:rPr sz="2000" dirty="0">
                <a:latin typeface="Times New Roman"/>
                <a:cs typeface="Times New Roman"/>
              </a:rPr>
              <a:t>Brent,</a:t>
            </a:r>
            <a:r>
              <a:rPr sz="2000" spc="-5" dirty="0">
                <a:latin typeface="Times New Roman"/>
                <a:cs typeface="Times New Roman"/>
              </a:rPr>
              <a:t> </a:t>
            </a:r>
            <a:r>
              <a:rPr sz="2000" dirty="0">
                <a:latin typeface="Times New Roman"/>
                <a:cs typeface="Times New Roman"/>
              </a:rPr>
              <a:t>de</a:t>
            </a:r>
            <a:r>
              <a:rPr sz="2000" spc="-10" dirty="0">
                <a:latin typeface="Times New Roman"/>
                <a:cs typeface="Times New Roman"/>
              </a:rPr>
              <a:t> </a:t>
            </a:r>
            <a:r>
              <a:rPr sz="2000" spc="-5" dirty="0">
                <a:latin typeface="Times New Roman"/>
                <a:cs typeface="Times New Roman"/>
              </a:rPr>
              <a:t>Marcken</a:t>
            </a:r>
            <a:endParaRPr sz="2000">
              <a:latin typeface="Times New Roman"/>
              <a:cs typeface="Times New Roman"/>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02050" y="262890"/>
            <a:ext cx="4786630" cy="452120"/>
          </a:xfrm>
          <a:prstGeom prst="rect">
            <a:avLst/>
          </a:prstGeom>
        </p:spPr>
        <p:txBody>
          <a:bodyPr vert="horz" wrap="square" lIns="0" tIns="12700" rIns="0" bIns="0" rtlCol="0" anchor="ctr">
            <a:spAutoFit/>
          </a:bodyPr>
          <a:lstStyle/>
          <a:p>
            <a:pPr marL="12700">
              <a:lnSpc>
                <a:spcPct val="100000"/>
              </a:lnSpc>
              <a:spcBef>
                <a:spcPts val="100"/>
              </a:spcBef>
            </a:pPr>
            <a:r>
              <a:rPr sz="2800" spc="-5" dirty="0"/>
              <a:t>Automatic</a:t>
            </a:r>
            <a:r>
              <a:rPr sz="2800" spc="-25" dirty="0"/>
              <a:t> </a:t>
            </a:r>
            <a:r>
              <a:rPr sz="2800" dirty="0"/>
              <a:t>morphology</a:t>
            </a:r>
            <a:r>
              <a:rPr sz="2800" spc="-20" dirty="0"/>
              <a:t> </a:t>
            </a:r>
            <a:r>
              <a:rPr sz="2800" spc="-5" dirty="0"/>
              <a:t>learning</a:t>
            </a:r>
            <a:r>
              <a:rPr sz="2800" spc="5" dirty="0"/>
              <a:t> </a:t>
            </a:r>
            <a:r>
              <a:rPr sz="1400" dirty="0"/>
              <a:t>3</a:t>
            </a:r>
            <a:endParaRPr sz="1400"/>
          </a:p>
        </p:txBody>
      </p:sp>
      <p:sp>
        <p:nvSpPr>
          <p:cNvPr id="8" name="object 8"/>
          <p:cNvSpPr txBox="1">
            <a:spLocks noGrp="1"/>
          </p:cNvSpPr>
          <p:nvPr>
            <p:ph type="ftr" sz="quarter" idx="5"/>
          </p:nvPr>
        </p:nvSpPr>
        <p:spPr>
          <a:xfrm>
            <a:off x="163829" y="6537000"/>
            <a:ext cx="1346200" cy="222884"/>
          </a:xfrm>
          <a:prstGeom prst="rect">
            <a:avLst/>
          </a:prstGeom>
        </p:spPr>
        <p:txBody>
          <a:bodyPr vert="horz" wrap="square" lIns="0" tIns="0" rIns="0" bIns="0" rtlCol="0">
            <a:spAutoFit/>
          </a:bodyPr>
          <a:lstStyle>
            <a:defPPr>
              <a:defRPr lang="en-US"/>
            </a:defPPr>
            <a:lvl1pPr marL="0" algn="l" defTabSz="914400" rtl="0" eaLnBrk="1" latinLnBrk="0" hangingPunct="1">
              <a:defRPr sz="1400" b="0" i="0" kern="1200">
                <a:solidFill>
                  <a:schemeClr val="tx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1630"/>
              </a:lnSpc>
            </a:pPr>
            <a:r>
              <a:rPr lang="en-IN" spc="-5"/>
              <a:t>NLP</a:t>
            </a:r>
            <a:r>
              <a:rPr lang="en-IN" spc="285"/>
              <a:t> </a:t>
            </a:r>
            <a:r>
              <a:rPr lang="en-IN"/>
              <a:t>Morphology</a:t>
            </a:r>
            <a:endParaRPr dirty="0"/>
          </a:p>
        </p:txBody>
      </p:sp>
      <p:sp>
        <p:nvSpPr>
          <p:cNvPr id="9" name="object 9"/>
          <p:cNvSpPr txBox="1">
            <a:spLocks noGrp="1"/>
          </p:cNvSpPr>
          <p:nvPr>
            <p:ph type="sldNum" sz="quarter" idx="7"/>
          </p:nvPr>
        </p:nvSpPr>
        <p:spPr>
          <a:xfrm>
            <a:off x="8967469" y="6537000"/>
            <a:ext cx="267970" cy="222884"/>
          </a:xfrm>
          <a:prstGeom prst="rect">
            <a:avLst/>
          </a:prstGeom>
        </p:spPr>
        <p:txBody>
          <a:bodyPr vert="horz" wrap="square" lIns="0" tIns="0" rIns="0" bIns="0" rtlCol="0">
            <a:spAutoFit/>
          </a:bodyPr>
          <a:lstStyle>
            <a:defPPr>
              <a:defRPr lang="en-US"/>
            </a:defPPr>
            <a:lvl1pPr marL="0" algn="l" defTabSz="914400" rtl="0" eaLnBrk="1" latinLnBrk="0" hangingPunct="1">
              <a:defRPr sz="1400" b="0" i="0" kern="1200">
                <a:solidFill>
                  <a:schemeClr val="tx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1630"/>
              </a:lnSpc>
            </a:pPr>
            <a:fld id="{81D60167-4931-47E6-BA6A-407CBD079E47}" type="slidenum">
              <a:rPr lang="en-IN" smtClean="0"/>
              <a:pPr marL="38100">
                <a:lnSpc>
                  <a:spcPts val="1630"/>
                </a:lnSpc>
              </a:pPr>
              <a:t>47</a:t>
            </a:fld>
            <a:endParaRPr dirty="0"/>
          </a:p>
        </p:txBody>
      </p:sp>
      <p:sp>
        <p:nvSpPr>
          <p:cNvPr id="3" name="object 3"/>
          <p:cNvSpPr txBox="1"/>
          <p:nvPr/>
        </p:nvSpPr>
        <p:spPr>
          <a:xfrm>
            <a:off x="2482850" y="1464309"/>
            <a:ext cx="119380" cy="345440"/>
          </a:xfrm>
          <a:prstGeom prst="rect">
            <a:avLst/>
          </a:prstGeom>
        </p:spPr>
        <p:txBody>
          <a:bodyPr vert="horz" wrap="square" lIns="0" tIns="12700" rIns="0" bIns="0" rtlCol="0">
            <a:spAutoFit/>
          </a:bodyPr>
          <a:lstStyle/>
          <a:p>
            <a:pPr marL="12700">
              <a:spcBef>
                <a:spcPts val="100"/>
              </a:spcBef>
            </a:pPr>
            <a:r>
              <a:rPr sz="2100" dirty="0">
                <a:latin typeface="Times New Roman"/>
                <a:cs typeface="Times New Roman"/>
              </a:rPr>
              <a:t>•</a:t>
            </a:r>
            <a:endParaRPr sz="2100">
              <a:latin typeface="Times New Roman"/>
              <a:cs typeface="Times New Roman"/>
            </a:endParaRPr>
          </a:p>
        </p:txBody>
      </p:sp>
      <p:sp>
        <p:nvSpPr>
          <p:cNvPr id="4" name="object 4"/>
          <p:cNvSpPr txBox="1"/>
          <p:nvPr/>
        </p:nvSpPr>
        <p:spPr>
          <a:xfrm>
            <a:off x="2824480" y="1427479"/>
            <a:ext cx="5110480" cy="1689100"/>
          </a:xfrm>
          <a:prstGeom prst="rect">
            <a:avLst/>
          </a:prstGeom>
        </p:spPr>
        <p:txBody>
          <a:bodyPr vert="horz" wrap="square" lIns="0" tIns="12700" rIns="0" bIns="0" rtlCol="0">
            <a:spAutoFit/>
          </a:bodyPr>
          <a:lstStyle/>
          <a:p>
            <a:pPr marL="12700" marR="36830">
              <a:spcBef>
                <a:spcPts val="100"/>
              </a:spcBef>
            </a:pPr>
            <a:r>
              <a:rPr sz="2800" spc="-5" dirty="0">
                <a:latin typeface="Times New Roman"/>
                <a:cs typeface="Times New Roman"/>
              </a:rPr>
              <a:t>Goldsmith’s system based </a:t>
            </a:r>
            <a:r>
              <a:rPr sz="2800" dirty="0">
                <a:latin typeface="Times New Roman"/>
                <a:cs typeface="Times New Roman"/>
              </a:rPr>
              <a:t>on </a:t>
            </a:r>
            <a:r>
              <a:rPr sz="2800" spc="-10" dirty="0">
                <a:latin typeface="Times New Roman"/>
                <a:cs typeface="Times New Roman"/>
              </a:rPr>
              <a:t>MDL </a:t>
            </a:r>
            <a:r>
              <a:rPr sz="2800" spc="-685" dirty="0">
                <a:latin typeface="Times New Roman"/>
                <a:cs typeface="Times New Roman"/>
              </a:rPr>
              <a:t> </a:t>
            </a:r>
            <a:r>
              <a:rPr sz="2800" spc="-5" dirty="0">
                <a:latin typeface="Times New Roman"/>
                <a:cs typeface="Times New Roman"/>
              </a:rPr>
              <a:t>(Minimum</a:t>
            </a:r>
            <a:r>
              <a:rPr sz="2800" spc="-15" dirty="0">
                <a:latin typeface="Times New Roman"/>
                <a:cs typeface="Times New Roman"/>
              </a:rPr>
              <a:t> </a:t>
            </a:r>
            <a:r>
              <a:rPr sz="2800" spc="-5" dirty="0">
                <a:latin typeface="Times New Roman"/>
                <a:cs typeface="Times New Roman"/>
              </a:rPr>
              <a:t>Description</a:t>
            </a:r>
            <a:r>
              <a:rPr sz="2800" dirty="0">
                <a:latin typeface="Times New Roman"/>
                <a:cs typeface="Times New Roman"/>
              </a:rPr>
              <a:t> </a:t>
            </a:r>
            <a:r>
              <a:rPr sz="2800" spc="-5" dirty="0">
                <a:latin typeface="Times New Roman"/>
                <a:cs typeface="Times New Roman"/>
              </a:rPr>
              <a:t>Length)</a:t>
            </a:r>
            <a:endParaRPr sz="2800">
              <a:latin typeface="Times New Roman"/>
              <a:cs typeface="Times New Roman"/>
            </a:endParaRPr>
          </a:p>
          <a:p>
            <a:pPr marL="412750" indent="-285115">
              <a:spcBef>
                <a:spcPts val="600"/>
              </a:spcBef>
              <a:buChar char="•"/>
              <a:tabLst>
                <a:tab pos="412115" algn="l"/>
                <a:tab pos="412750" algn="l"/>
              </a:tabLst>
            </a:pPr>
            <a:r>
              <a:rPr sz="2400" dirty="0">
                <a:latin typeface="Times New Roman"/>
                <a:cs typeface="Times New Roman"/>
              </a:rPr>
              <a:t>Initial</a:t>
            </a:r>
            <a:r>
              <a:rPr sz="2400" spc="-15" dirty="0">
                <a:latin typeface="Times New Roman"/>
                <a:cs typeface="Times New Roman"/>
              </a:rPr>
              <a:t> </a:t>
            </a:r>
            <a:r>
              <a:rPr sz="2400" dirty="0">
                <a:latin typeface="Times New Roman"/>
                <a:cs typeface="Times New Roman"/>
              </a:rPr>
              <a:t>Partition:</a:t>
            </a:r>
            <a:r>
              <a:rPr sz="2400" spc="-10" dirty="0">
                <a:latin typeface="Times New Roman"/>
                <a:cs typeface="Times New Roman"/>
              </a:rPr>
              <a:t> </a:t>
            </a:r>
            <a:r>
              <a:rPr sz="2400" spc="-5" dirty="0">
                <a:latin typeface="Times New Roman"/>
                <a:cs typeface="Times New Roman"/>
              </a:rPr>
              <a:t>word</a:t>
            </a:r>
            <a:r>
              <a:rPr sz="2400" spc="-15" dirty="0">
                <a:latin typeface="Times New Roman"/>
                <a:cs typeface="Times New Roman"/>
              </a:rPr>
              <a:t> </a:t>
            </a:r>
            <a:r>
              <a:rPr sz="2400" dirty="0">
                <a:latin typeface="Times New Roman"/>
                <a:cs typeface="Times New Roman"/>
              </a:rPr>
              <a:t>-&gt;</a:t>
            </a:r>
            <a:r>
              <a:rPr sz="2400" spc="-5" dirty="0">
                <a:latin typeface="Times New Roman"/>
                <a:cs typeface="Times New Roman"/>
              </a:rPr>
              <a:t> </a:t>
            </a:r>
            <a:r>
              <a:rPr sz="2400" dirty="0">
                <a:latin typeface="Times New Roman"/>
                <a:cs typeface="Times New Roman"/>
              </a:rPr>
              <a:t>stem</a:t>
            </a:r>
            <a:r>
              <a:rPr sz="2400" spc="-15" dirty="0">
                <a:latin typeface="Times New Roman"/>
                <a:cs typeface="Times New Roman"/>
              </a:rPr>
              <a:t> </a:t>
            </a:r>
            <a:r>
              <a:rPr sz="2400" dirty="0">
                <a:latin typeface="Times New Roman"/>
                <a:cs typeface="Times New Roman"/>
              </a:rPr>
              <a:t>+</a:t>
            </a:r>
            <a:r>
              <a:rPr sz="2400" spc="-15" dirty="0">
                <a:latin typeface="Times New Roman"/>
                <a:cs typeface="Times New Roman"/>
              </a:rPr>
              <a:t> </a:t>
            </a:r>
            <a:r>
              <a:rPr sz="2400" dirty="0">
                <a:latin typeface="Times New Roman"/>
                <a:cs typeface="Times New Roman"/>
              </a:rPr>
              <a:t>suffix</a:t>
            </a:r>
            <a:endParaRPr sz="2400">
              <a:latin typeface="Times New Roman"/>
              <a:cs typeface="Times New Roman"/>
            </a:endParaRPr>
          </a:p>
          <a:p>
            <a:pPr marL="814069" lvl="1" indent="-229235">
              <a:spcBef>
                <a:spcPts val="500"/>
              </a:spcBef>
              <a:buChar char="•"/>
              <a:tabLst>
                <a:tab pos="813435" algn="l"/>
                <a:tab pos="814069" algn="l"/>
              </a:tabLst>
            </a:pPr>
            <a:r>
              <a:rPr sz="2000" spc="-5" dirty="0">
                <a:latin typeface="Times New Roman"/>
                <a:cs typeface="Times New Roman"/>
              </a:rPr>
              <a:t>split-all-words</a:t>
            </a:r>
            <a:endParaRPr sz="2000">
              <a:latin typeface="Times New Roman"/>
              <a:cs typeface="Times New Roman"/>
            </a:endParaRPr>
          </a:p>
        </p:txBody>
      </p:sp>
      <p:sp>
        <p:nvSpPr>
          <p:cNvPr id="5" name="object 5"/>
          <p:cNvSpPr txBox="1"/>
          <p:nvPr/>
        </p:nvSpPr>
        <p:spPr>
          <a:xfrm>
            <a:off x="3854450" y="3186430"/>
            <a:ext cx="77470" cy="192360"/>
          </a:xfrm>
          <a:prstGeom prst="rect">
            <a:avLst/>
          </a:prstGeom>
        </p:spPr>
        <p:txBody>
          <a:bodyPr vert="horz" wrap="square" lIns="0" tIns="15240" rIns="0" bIns="0" rtlCol="0">
            <a:spAutoFit/>
          </a:bodyPr>
          <a:lstStyle/>
          <a:p>
            <a:pPr marL="12700">
              <a:spcBef>
                <a:spcPts val="120"/>
              </a:spcBef>
            </a:pPr>
            <a:r>
              <a:rPr sz="1150" spc="5" dirty="0">
                <a:latin typeface="Times New Roman"/>
                <a:cs typeface="Times New Roman"/>
              </a:rPr>
              <a:t>•</a:t>
            </a:r>
            <a:endParaRPr sz="1150">
              <a:latin typeface="Times New Roman"/>
              <a:cs typeface="Times New Roman"/>
            </a:endParaRPr>
          </a:p>
        </p:txBody>
      </p:sp>
      <p:sp>
        <p:nvSpPr>
          <p:cNvPr id="6" name="object 6"/>
          <p:cNvSpPr txBox="1"/>
          <p:nvPr/>
        </p:nvSpPr>
        <p:spPr>
          <a:xfrm>
            <a:off x="3397251" y="3148329"/>
            <a:ext cx="5649595" cy="942340"/>
          </a:xfrm>
          <a:prstGeom prst="rect">
            <a:avLst/>
          </a:prstGeom>
        </p:spPr>
        <p:txBody>
          <a:bodyPr vert="horz" wrap="square" lIns="0" tIns="12700" rIns="0" bIns="0" rtlCol="0">
            <a:spAutoFit/>
          </a:bodyPr>
          <a:lstStyle/>
          <a:p>
            <a:pPr marL="698500" marR="5080">
              <a:spcBef>
                <a:spcPts val="100"/>
              </a:spcBef>
            </a:pPr>
            <a:r>
              <a:rPr dirty="0">
                <a:latin typeface="Times New Roman"/>
                <a:cs typeface="Times New Roman"/>
              </a:rPr>
              <a:t>A</a:t>
            </a:r>
            <a:r>
              <a:rPr spc="-5" dirty="0">
                <a:latin typeface="Times New Roman"/>
                <a:cs typeface="Times New Roman"/>
              </a:rPr>
              <a:t> </a:t>
            </a:r>
            <a:r>
              <a:rPr dirty="0">
                <a:latin typeface="Times New Roman"/>
                <a:cs typeface="Times New Roman"/>
              </a:rPr>
              <a:t>good </a:t>
            </a:r>
            <a:r>
              <a:rPr spc="-5" dirty="0">
                <a:latin typeface="Times New Roman"/>
                <a:cs typeface="Times New Roman"/>
              </a:rPr>
              <a:t>candidate</a:t>
            </a:r>
            <a:r>
              <a:rPr spc="10" dirty="0">
                <a:latin typeface="Times New Roman"/>
                <a:cs typeface="Times New Roman"/>
              </a:rPr>
              <a:t> </a:t>
            </a:r>
            <a:r>
              <a:rPr dirty="0">
                <a:latin typeface="Times New Roman"/>
                <a:cs typeface="Times New Roman"/>
              </a:rPr>
              <a:t>to</a:t>
            </a:r>
            <a:r>
              <a:rPr spc="5" dirty="0">
                <a:latin typeface="Times New Roman"/>
                <a:cs typeface="Times New Roman"/>
              </a:rPr>
              <a:t> </a:t>
            </a:r>
            <a:r>
              <a:rPr spc="-5" dirty="0">
                <a:latin typeface="Times New Roman"/>
                <a:cs typeface="Times New Roman"/>
              </a:rPr>
              <a:t>{stem,</a:t>
            </a:r>
            <a:r>
              <a:rPr spc="5" dirty="0">
                <a:latin typeface="Times New Roman"/>
                <a:cs typeface="Times New Roman"/>
              </a:rPr>
              <a:t> </a:t>
            </a:r>
            <a:r>
              <a:rPr spc="-5" dirty="0">
                <a:latin typeface="Times New Roman"/>
                <a:cs typeface="Times New Roman"/>
              </a:rPr>
              <a:t>suffix}</a:t>
            </a:r>
            <a:r>
              <a:rPr spc="5" dirty="0">
                <a:latin typeface="Times New Roman"/>
                <a:cs typeface="Times New Roman"/>
              </a:rPr>
              <a:t> </a:t>
            </a:r>
            <a:r>
              <a:rPr spc="-5" dirty="0">
                <a:latin typeface="Times New Roman"/>
                <a:cs typeface="Times New Roman"/>
              </a:rPr>
              <a:t>splitting</a:t>
            </a:r>
            <a:r>
              <a:rPr spc="10" dirty="0">
                <a:latin typeface="Times New Roman"/>
                <a:cs typeface="Times New Roman"/>
              </a:rPr>
              <a:t> </a:t>
            </a:r>
            <a:r>
              <a:rPr spc="-5" dirty="0">
                <a:latin typeface="Times New Roman"/>
                <a:cs typeface="Times New Roman"/>
              </a:rPr>
              <a:t>in</a:t>
            </a:r>
            <a:r>
              <a:rPr spc="5" dirty="0">
                <a:latin typeface="Times New Roman"/>
                <a:cs typeface="Times New Roman"/>
              </a:rPr>
              <a:t> </a:t>
            </a:r>
            <a:r>
              <a:rPr dirty="0">
                <a:latin typeface="Times New Roman"/>
                <a:cs typeface="Times New Roman"/>
              </a:rPr>
              <a:t>a</a:t>
            </a:r>
            <a:r>
              <a:rPr spc="5" dirty="0">
                <a:latin typeface="Times New Roman"/>
                <a:cs typeface="Times New Roman"/>
              </a:rPr>
              <a:t> </a:t>
            </a:r>
            <a:r>
              <a:rPr spc="-5" dirty="0">
                <a:latin typeface="Times New Roman"/>
                <a:cs typeface="Times New Roman"/>
              </a:rPr>
              <a:t>word </a:t>
            </a:r>
            <a:r>
              <a:rPr spc="-434" dirty="0">
                <a:latin typeface="Times New Roman"/>
                <a:cs typeface="Times New Roman"/>
              </a:rPr>
              <a:t> </a:t>
            </a:r>
            <a:r>
              <a:rPr dirty="0">
                <a:latin typeface="Times New Roman"/>
                <a:cs typeface="Times New Roman"/>
              </a:rPr>
              <a:t>has</a:t>
            </a:r>
            <a:r>
              <a:rPr spc="-5" dirty="0">
                <a:latin typeface="Times New Roman"/>
                <a:cs typeface="Times New Roman"/>
              </a:rPr>
              <a:t> to</a:t>
            </a:r>
            <a:r>
              <a:rPr spc="5" dirty="0">
                <a:latin typeface="Times New Roman"/>
                <a:cs typeface="Times New Roman"/>
              </a:rPr>
              <a:t> </a:t>
            </a:r>
            <a:r>
              <a:rPr dirty="0">
                <a:latin typeface="Times New Roman"/>
                <a:cs typeface="Times New Roman"/>
              </a:rPr>
              <a:t>be</a:t>
            </a:r>
            <a:r>
              <a:rPr spc="10" dirty="0">
                <a:latin typeface="Times New Roman"/>
                <a:cs typeface="Times New Roman"/>
              </a:rPr>
              <a:t> </a:t>
            </a:r>
            <a:r>
              <a:rPr dirty="0">
                <a:latin typeface="Times New Roman"/>
                <a:cs typeface="Times New Roman"/>
              </a:rPr>
              <a:t>a</a:t>
            </a:r>
            <a:r>
              <a:rPr spc="5" dirty="0">
                <a:latin typeface="Times New Roman"/>
                <a:cs typeface="Times New Roman"/>
              </a:rPr>
              <a:t> </a:t>
            </a:r>
            <a:r>
              <a:rPr dirty="0">
                <a:latin typeface="Times New Roman"/>
                <a:cs typeface="Times New Roman"/>
              </a:rPr>
              <a:t>good</a:t>
            </a:r>
            <a:r>
              <a:rPr spc="5" dirty="0">
                <a:latin typeface="Times New Roman"/>
                <a:cs typeface="Times New Roman"/>
              </a:rPr>
              <a:t> </a:t>
            </a:r>
            <a:r>
              <a:rPr spc="-5" dirty="0">
                <a:latin typeface="Times New Roman"/>
                <a:cs typeface="Times New Roman"/>
              </a:rPr>
              <a:t>candidate</a:t>
            </a:r>
            <a:r>
              <a:rPr spc="5" dirty="0">
                <a:latin typeface="Times New Roman"/>
                <a:cs typeface="Times New Roman"/>
              </a:rPr>
              <a:t> </a:t>
            </a:r>
            <a:r>
              <a:rPr spc="-5" dirty="0">
                <a:latin typeface="Times New Roman"/>
                <a:cs typeface="Times New Roman"/>
              </a:rPr>
              <a:t>in</a:t>
            </a:r>
            <a:r>
              <a:rPr dirty="0">
                <a:latin typeface="Times New Roman"/>
                <a:cs typeface="Times New Roman"/>
              </a:rPr>
              <a:t> </a:t>
            </a:r>
            <a:r>
              <a:rPr spc="-5" dirty="0">
                <a:latin typeface="Times New Roman"/>
                <a:cs typeface="Times New Roman"/>
              </a:rPr>
              <a:t>many</a:t>
            </a:r>
            <a:r>
              <a:rPr spc="5" dirty="0">
                <a:latin typeface="Times New Roman"/>
                <a:cs typeface="Times New Roman"/>
              </a:rPr>
              <a:t> </a:t>
            </a:r>
            <a:r>
              <a:rPr spc="-5" dirty="0">
                <a:latin typeface="Times New Roman"/>
                <a:cs typeface="Times New Roman"/>
              </a:rPr>
              <a:t>other</a:t>
            </a:r>
            <a:r>
              <a:rPr spc="5" dirty="0">
                <a:latin typeface="Times New Roman"/>
                <a:cs typeface="Times New Roman"/>
              </a:rPr>
              <a:t> </a:t>
            </a:r>
            <a:r>
              <a:rPr spc="-5" dirty="0">
                <a:latin typeface="Times New Roman"/>
                <a:cs typeface="Times New Roman"/>
              </a:rPr>
              <a:t>words</a:t>
            </a:r>
            <a:endParaRPr>
              <a:latin typeface="Times New Roman"/>
              <a:cs typeface="Times New Roman"/>
            </a:endParaRPr>
          </a:p>
          <a:p>
            <a:pPr marL="241300" indent="-228600">
              <a:spcBef>
                <a:spcPts val="500"/>
              </a:spcBef>
              <a:buChar char="•"/>
              <a:tabLst>
                <a:tab pos="240665" algn="l"/>
                <a:tab pos="241300" algn="l"/>
              </a:tabLst>
            </a:pPr>
            <a:r>
              <a:rPr sz="2000" spc="-5" dirty="0">
                <a:latin typeface="Times New Roman"/>
                <a:cs typeface="Times New Roman"/>
              </a:rPr>
              <a:t>MI</a:t>
            </a:r>
            <a:r>
              <a:rPr sz="2000" spc="5" dirty="0">
                <a:latin typeface="Times New Roman"/>
                <a:cs typeface="Times New Roman"/>
              </a:rPr>
              <a:t> </a:t>
            </a:r>
            <a:r>
              <a:rPr sz="2000" dirty="0">
                <a:latin typeface="Times New Roman"/>
                <a:cs typeface="Times New Roman"/>
              </a:rPr>
              <a:t>(mutual</a:t>
            </a:r>
            <a:r>
              <a:rPr sz="2000" spc="-15" dirty="0">
                <a:latin typeface="Times New Roman"/>
                <a:cs typeface="Times New Roman"/>
              </a:rPr>
              <a:t> </a:t>
            </a:r>
            <a:r>
              <a:rPr sz="2000" spc="-5" dirty="0">
                <a:latin typeface="Times New Roman"/>
                <a:cs typeface="Times New Roman"/>
              </a:rPr>
              <a:t>information)</a:t>
            </a:r>
            <a:r>
              <a:rPr sz="2000" spc="5" dirty="0">
                <a:latin typeface="Times New Roman"/>
                <a:cs typeface="Times New Roman"/>
              </a:rPr>
              <a:t> </a:t>
            </a:r>
            <a:r>
              <a:rPr sz="2000" spc="-5" dirty="0">
                <a:latin typeface="Times New Roman"/>
                <a:cs typeface="Times New Roman"/>
              </a:rPr>
              <a:t>strategy</a:t>
            </a:r>
            <a:endParaRPr sz="2000">
              <a:latin typeface="Times New Roman"/>
              <a:cs typeface="Times New Roman"/>
            </a:endParaRPr>
          </a:p>
        </p:txBody>
      </p:sp>
      <p:sp>
        <p:nvSpPr>
          <p:cNvPr id="7" name="object 7"/>
          <p:cNvSpPr txBox="1"/>
          <p:nvPr/>
        </p:nvSpPr>
        <p:spPr>
          <a:xfrm>
            <a:off x="2940051" y="4066223"/>
            <a:ext cx="3527425" cy="1607185"/>
          </a:xfrm>
          <a:prstGeom prst="rect">
            <a:avLst/>
          </a:prstGeom>
        </p:spPr>
        <p:txBody>
          <a:bodyPr vert="horz" wrap="square" lIns="0" tIns="68580" rIns="0" bIns="0" rtlCol="0">
            <a:spAutoFit/>
          </a:bodyPr>
          <a:lstStyle/>
          <a:p>
            <a:pPr marL="1155700" indent="-228600">
              <a:spcBef>
                <a:spcPts val="540"/>
              </a:spcBef>
              <a:buSzPct val="63888"/>
              <a:buChar char="•"/>
              <a:tabLst>
                <a:tab pos="1155065" algn="l"/>
                <a:tab pos="1155700" algn="l"/>
              </a:tabLst>
            </a:pPr>
            <a:r>
              <a:rPr spc="-5" dirty="0">
                <a:latin typeface="Times New Roman"/>
                <a:cs typeface="Times New Roman"/>
              </a:rPr>
              <a:t>Faster</a:t>
            </a:r>
            <a:r>
              <a:rPr spc="-30" dirty="0">
                <a:latin typeface="Times New Roman"/>
                <a:cs typeface="Times New Roman"/>
              </a:rPr>
              <a:t> </a:t>
            </a:r>
            <a:r>
              <a:rPr spc="-5" dirty="0">
                <a:latin typeface="Times New Roman"/>
                <a:cs typeface="Times New Roman"/>
              </a:rPr>
              <a:t>convergence</a:t>
            </a:r>
            <a:endParaRPr>
              <a:latin typeface="Times New Roman"/>
              <a:cs typeface="Times New Roman"/>
            </a:endParaRPr>
          </a:p>
          <a:p>
            <a:pPr marL="297180" indent="-284480">
              <a:spcBef>
                <a:spcPts val="590"/>
              </a:spcBef>
              <a:buChar char="•"/>
              <a:tabLst>
                <a:tab pos="296545" algn="l"/>
                <a:tab pos="297180" algn="l"/>
              </a:tabLst>
            </a:pPr>
            <a:r>
              <a:rPr sz="2400" dirty="0">
                <a:latin typeface="Times New Roman"/>
                <a:cs typeface="Times New Roman"/>
              </a:rPr>
              <a:t>Learning</a:t>
            </a:r>
            <a:r>
              <a:rPr sz="2400" spc="-25" dirty="0">
                <a:latin typeface="Times New Roman"/>
                <a:cs typeface="Times New Roman"/>
              </a:rPr>
              <a:t> </a:t>
            </a:r>
            <a:r>
              <a:rPr sz="2400" spc="-5" dirty="0">
                <a:latin typeface="Times New Roman"/>
                <a:cs typeface="Times New Roman"/>
              </a:rPr>
              <a:t>Signatures</a:t>
            </a:r>
            <a:endParaRPr sz="2400">
              <a:latin typeface="Times New Roman"/>
              <a:cs typeface="Times New Roman"/>
            </a:endParaRPr>
          </a:p>
          <a:p>
            <a:pPr marL="698500" lvl="1" indent="-228600">
              <a:spcBef>
                <a:spcPts val="500"/>
              </a:spcBef>
              <a:buChar char="•"/>
              <a:tabLst>
                <a:tab pos="697865" algn="l"/>
                <a:tab pos="698500" algn="l"/>
              </a:tabLst>
            </a:pPr>
            <a:r>
              <a:rPr sz="2000" spc="-5" dirty="0">
                <a:latin typeface="Times New Roman"/>
                <a:cs typeface="Times New Roman"/>
              </a:rPr>
              <a:t>{signatures, stem, suffixes}</a:t>
            </a:r>
            <a:endParaRPr sz="2000">
              <a:latin typeface="Times New Roman"/>
              <a:cs typeface="Times New Roman"/>
            </a:endParaRPr>
          </a:p>
          <a:p>
            <a:pPr marL="297180" indent="-284480">
              <a:spcBef>
                <a:spcPts val="600"/>
              </a:spcBef>
              <a:buChar char="•"/>
              <a:tabLst>
                <a:tab pos="296545" algn="l"/>
                <a:tab pos="297180" algn="l"/>
              </a:tabLst>
            </a:pPr>
            <a:r>
              <a:rPr sz="2400" spc="-5" dirty="0">
                <a:latin typeface="Times New Roman"/>
                <a:cs typeface="Times New Roman"/>
              </a:rPr>
              <a:t>MDL</a:t>
            </a:r>
            <a:endParaRPr sz="2400">
              <a:latin typeface="Times New Roman"/>
              <a:cs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02050" y="337820"/>
            <a:ext cx="4786630" cy="452120"/>
          </a:xfrm>
          <a:prstGeom prst="rect">
            <a:avLst/>
          </a:prstGeom>
        </p:spPr>
        <p:txBody>
          <a:bodyPr vert="horz" wrap="square" lIns="0" tIns="12700" rIns="0" bIns="0" rtlCol="0" anchor="ctr">
            <a:spAutoFit/>
          </a:bodyPr>
          <a:lstStyle/>
          <a:p>
            <a:pPr marL="12700">
              <a:lnSpc>
                <a:spcPct val="100000"/>
              </a:lnSpc>
              <a:spcBef>
                <a:spcPts val="100"/>
              </a:spcBef>
            </a:pPr>
            <a:r>
              <a:rPr sz="2800" spc="-5" dirty="0"/>
              <a:t>Automatic</a:t>
            </a:r>
            <a:r>
              <a:rPr sz="2800" spc="-25" dirty="0"/>
              <a:t> </a:t>
            </a:r>
            <a:r>
              <a:rPr sz="2800" dirty="0"/>
              <a:t>morphology</a:t>
            </a:r>
            <a:r>
              <a:rPr sz="2800" spc="-20" dirty="0"/>
              <a:t> </a:t>
            </a:r>
            <a:r>
              <a:rPr sz="2800" spc="-5" dirty="0"/>
              <a:t>learning</a:t>
            </a:r>
            <a:r>
              <a:rPr sz="2800" spc="5" dirty="0"/>
              <a:t> </a:t>
            </a:r>
            <a:r>
              <a:rPr sz="1400" dirty="0"/>
              <a:t>4</a:t>
            </a:r>
            <a:endParaRPr sz="1400"/>
          </a:p>
        </p:txBody>
      </p:sp>
      <p:sp>
        <p:nvSpPr>
          <p:cNvPr id="10" name="object 10"/>
          <p:cNvSpPr txBox="1">
            <a:spLocks noGrp="1"/>
          </p:cNvSpPr>
          <p:nvPr>
            <p:ph type="ftr" sz="quarter" idx="5"/>
          </p:nvPr>
        </p:nvSpPr>
        <p:spPr>
          <a:xfrm>
            <a:off x="163829" y="6537000"/>
            <a:ext cx="1346200" cy="222884"/>
          </a:xfrm>
          <a:prstGeom prst="rect">
            <a:avLst/>
          </a:prstGeom>
        </p:spPr>
        <p:txBody>
          <a:bodyPr vert="horz" wrap="square" lIns="0" tIns="0" rIns="0" bIns="0" rtlCol="0">
            <a:spAutoFit/>
          </a:bodyPr>
          <a:lstStyle>
            <a:defPPr>
              <a:defRPr lang="en-US"/>
            </a:defPPr>
            <a:lvl1pPr marL="0" algn="l" defTabSz="914400" rtl="0" eaLnBrk="1" latinLnBrk="0" hangingPunct="1">
              <a:defRPr sz="1400" b="0" i="0" kern="1200">
                <a:solidFill>
                  <a:schemeClr val="tx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1630"/>
              </a:lnSpc>
            </a:pPr>
            <a:r>
              <a:rPr lang="en-IN" spc="-5"/>
              <a:t>NLP</a:t>
            </a:r>
            <a:r>
              <a:rPr lang="en-IN" spc="285"/>
              <a:t> </a:t>
            </a:r>
            <a:r>
              <a:rPr lang="en-IN"/>
              <a:t>Morphology</a:t>
            </a:r>
            <a:endParaRPr dirty="0"/>
          </a:p>
        </p:txBody>
      </p:sp>
      <p:sp>
        <p:nvSpPr>
          <p:cNvPr id="11" name="object 11"/>
          <p:cNvSpPr txBox="1">
            <a:spLocks noGrp="1"/>
          </p:cNvSpPr>
          <p:nvPr>
            <p:ph type="sldNum" sz="quarter" idx="7"/>
          </p:nvPr>
        </p:nvSpPr>
        <p:spPr>
          <a:xfrm>
            <a:off x="8967469" y="6537000"/>
            <a:ext cx="267970" cy="222884"/>
          </a:xfrm>
          <a:prstGeom prst="rect">
            <a:avLst/>
          </a:prstGeom>
        </p:spPr>
        <p:txBody>
          <a:bodyPr vert="horz" wrap="square" lIns="0" tIns="0" rIns="0" bIns="0" rtlCol="0">
            <a:spAutoFit/>
          </a:bodyPr>
          <a:lstStyle>
            <a:defPPr>
              <a:defRPr lang="en-US"/>
            </a:defPPr>
            <a:lvl1pPr marL="0" algn="l" defTabSz="914400" rtl="0" eaLnBrk="1" latinLnBrk="0" hangingPunct="1">
              <a:defRPr sz="1400" b="0" i="0" kern="1200">
                <a:solidFill>
                  <a:schemeClr val="tx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1630"/>
              </a:lnSpc>
            </a:pPr>
            <a:fld id="{81D60167-4931-47E6-BA6A-407CBD079E47}" type="slidenum">
              <a:rPr lang="en-IN" smtClean="0"/>
              <a:pPr marL="38100">
                <a:lnSpc>
                  <a:spcPts val="1630"/>
                </a:lnSpc>
              </a:pPr>
              <a:t>48</a:t>
            </a:fld>
            <a:endParaRPr dirty="0"/>
          </a:p>
        </p:txBody>
      </p:sp>
      <p:sp>
        <p:nvSpPr>
          <p:cNvPr id="3" name="object 3"/>
          <p:cNvSpPr txBox="1"/>
          <p:nvPr/>
        </p:nvSpPr>
        <p:spPr>
          <a:xfrm>
            <a:off x="2482851" y="1466851"/>
            <a:ext cx="117475" cy="340995"/>
          </a:xfrm>
          <a:prstGeom prst="rect">
            <a:avLst/>
          </a:prstGeom>
        </p:spPr>
        <p:txBody>
          <a:bodyPr vert="horz" wrap="square" lIns="0" tIns="15240" rIns="0" bIns="0" rtlCol="0">
            <a:spAutoFit/>
          </a:bodyPr>
          <a:lstStyle/>
          <a:p>
            <a:pPr marL="12700">
              <a:spcBef>
                <a:spcPts val="120"/>
              </a:spcBef>
            </a:pPr>
            <a:r>
              <a:rPr sz="2050" spc="5" dirty="0">
                <a:latin typeface="Times New Roman"/>
                <a:cs typeface="Times New Roman"/>
              </a:rPr>
              <a:t>•</a:t>
            </a:r>
            <a:endParaRPr sz="2050">
              <a:latin typeface="Times New Roman"/>
              <a:cs typeface="Times New Roman"/>
            </a:endParaRPr>
          </a:p>
        </p:txBody>
      </p:sp>
      <p:sp>
        <p:nvSpPr>
          <p:cNvPr id="4" name="object 4"/>
          <p:cNvSpPr txBox="1">
            <a:spLocks noGrp="1"/>
          </p:cNvSpPr>
          <p:nvPr>
            <p:ph type="body" idx="1"/>
          </p:nvPr>
        </p:nvSpPr>
        <p:spPr>
          <a:xfrm>
            <a:off x="2362200" y="1825625"/>
            <a:ext cx="10515600" cy="1778436"/>
          </a:xfrm>
          <a:prstGeom prst="rect">
            <a:avLst/>
          </a:prstGeom>
        </p:spPr>
        <p:txBody>
          <a:bodyPr vert="horz" wrap="square" lIns="0" tIns="101600" rIns="0" bIns="0" rtlCol="0">
            <a:spAutoFit/>
          </a:bodyPr>
          <a:lstStyle/>
          <a:p>
            <a:pPr marL="12700">
              <a:lnSpc>
                <a:spcPct val="100000"/>
              </a:lnSpc>
              <a:spcBef>
                <a:spcPts val="800"/>
              </a:spcBef>
              <a:tabLst>
                <a:tab pos="4560570" algn="l"/>
              </a:tabLst>
            </a:pPr>
            <a:r>
              <a:rPr spc="5" dirty="0"/>
              <a:t>Semi-automatic</a:t>
            </a:r>
            <a:r>
              <a:rPr spc="30" dirty="0"/>
              <a:t> </a:t>
            </a:r>
            <a:r>
              <a:rPr spc="5" dirty="0"/>
              <a:t>morphological	analysis</a:t>
            </a:r>
          </a:p>
          <a:p>
            <a:pPr marL="407670" indent="-282575">
              <a:lnSpc>
                <a:spcPct val="100000"/>
              </a:lnSpc>
              <a:spcBef>
                <a:spcPts val="620"/>
              </a:spcBef>
              <a:tabLst>
                <a:tab pos="407034" algn="l"/>
                <a:tab pos="407670" algn="l"/>
              </a:tabLst>
            </a:pPr>
            <a:r>
              <a:rPr sz="2350" spc="5" dirty="0"/>
              <a:t>Oliver,</a:t>
            </a:r>
            <a:r>
              <a:rPr sz="2350" spc="-30" dirty="0"/>
              <a:t> </a:t>
            </a:r>
            <a:r>
              <a:rPr sz="2350" spc="15" dirty="0"/>
              <a:t>2004</a:t>
            </a:r>
            <a:endParaRPr sz="2350"/>
          </a:p>
          <a:p>
            <a:pPr marL="407670" marR="5080" indent="-281940">
              <a:lnSpc>
                <a:spcPct val="101099"/>
              </a:lnSpc>
              <a:spcBef>
                <a:spcPts val="590"/>
              </a:spcBef>
              <a:tabLst>
                <a:tab pos="407034" algn="l"/>
                <a:tab pos="407670" algn="l"/>
              </a:tabLst>
            </a:pPr>
            <a:r>
              <a:rPr sz="2350" spc="5" dirty="0"/>
              <a:t>Starts</a:t>
            </a:r>
            <a:r>
              <a:rPr sz="2350" spc="10" dirty="0"/>
              <a:t> </a:t>
            </a:r>
            <a:r>
              <a:rPr sz="2350" spc="5" dirty="0"/>
              <a:t>with</a:t>
            </a:r>
            <a:r>
              <a:rPr sz="2350" spc="10" dirty="0"/>
              <a:t> a</a:t>
            </a:r>
            <a:r>
              <a:rPr sz="2350" spc="15" dirty="0"/>
              <a:t> </a:t>
            </a:r>
            <a:r>
              <a:rPr sz="2350" dirty="0"/>
              <a:t>set</a:t>
            </a:r>
            <a:r>
              <a:rPr sz="2350" spc="15" dirty="0"/>
              <a:t> </a:t>
            </a:r>
            <a:r>
              <a:rPr sz="2350" spc="5" dirty="0"/>
              <a:t>of</a:t>
            </a:r>
            <a:r>
              <a:rPr sz="2350" spc="20" dirty="0"/>
              <a:t> </a:t>
            </a:r>
            <a:r>
              <a:rPr sz="2350" spc="10" dirty="0"/>
              <a:t>manually </a:t>
            </a:r>
            <a:r>
              <a:rPr sz="2350" spc="5" dirty="0"/>
              <a:t>written morphological </a:t>
            </a:r>
            <a:r>
              <a:rPr sz="2350" spc="-570" dirty="0"/>
              <a:t> </a:t>
            </a:r>
            <a:r>
              <a:rPr sz="2350" spc="10" dirty="0"/>
              <a:t>rules</a:t>
            </a:r>
            <a:endParaRPr sz="2350"/>
          </a:p>
          <a:p>
            <a:pPr marL="803910" lvl="1" indent="-226695">
              <a:lnSpc>
                <a:spcPct val="100000"/>
              </a:lnSpc>
              <a:spcBef>
                <a:spcPts val="520"/>
              </a:spcBef>
              <a:tabLst>
                <a:tab pos="803275" algn="l"/>
                <a:tab pos="803910" algn="l"/>
              </a:tabLst>
            </a:pPr>
            <a:r>
              <a:rPr sz="1950" spc="10" dirty="0">
                <a:latin typeface="Times New Roman"/>
                <a:cs typeface="Times New Roman"/>
              </a:rPr>
              <a:t>TL:TF:Desc</a:t>
            </a:r>
            <a:endParaRPr sz="1950">
              <a:latin typeface="Times New Roman"/>
              <a:cs typeface="Times New Roman"/>
            </a:endParaRPr>
          </a:p>
        </p:txBody>
      </p:sp>
      <p:sp>
        <p:nvSpPr>
          <p:cNvPr id="5" name="object 5"/>
          <p:cNvSpPr txBox="1"/>
          <p:nvPr/>
        </p:nvSpPr>
        <p:spPr>
          <a:xfrm>
            <a:off x="3839211" y="3544570"/>
            <a:ext cx="76835" cy="189796"/>
          </a:xfrm>
          <a:prstGeom prst="rect">
            <a:avLst/>
          </a:prstGeom>
        </p:spPr>
        <p:txBody>
          <a:bodyPr vert="horz" wrap="square" lIns="0" tIns="12700" rIns="0" bIns="0" rtlCol="0">
            <a:spAutoFit/>
          </a:bodyPr>
          <a:lstStyle/>
          <a:p>
            <a:pPr marL="12700">
              <a:spcBef>
                <a:spcPts val="100"/>
              </a:spcBef>
            </a:pPr>
            <a:r>
              <a:rPr sz="1150" dirty="0">
                <a:latin typeface="Times New Roman"/>
                <a:cs typeface="Times New Roman"/>
              </a:rPr>
              <a:t>•</a:t>
            </a:r>
            <a:endParaRPr sz="1150">
              <a:latin typeface="Times New Roman"/>
              <a:cs typeface="Times New Roman"/>
            </a:endParaRPr>
          </a:p>
        </p:txBody>
      </p:sp>
      <p:sp>
        <p:nvSpPr>
          <p:cNvPr id="6" name="object 6"/>
          <p:cNvSpPr txBox="1"/>
          <p:nvPr/>
        </p:nvSpPr>
        <p:spPr>
          <a:xfrm>
            <a:off x="4066539" y="3448811"/>
            <a:ext cx="1308100" cy="1007110"/>
          </a:xfrm>
          <a:prstGeom prst="rect">
            <a:avLst/>
          </a:prstGeom>
        </p:spPr>
        <p:txBody>
          <a:bodyPr vert="horz" wrap="square" lIns="0" tIns="12700" rIns="0" bIns="0" rtlCol="0">
            <a:spAutoFit/>
          </a:bodyPr>
          <a:lstStyle/>
          <a:p>
            <a:pPr marL="12700" marR="5080">
              <a:lnSpc>
                <a:spcPct val="122600"/>
              </a:lnSpc>
              <a:spcBef>
                <a:spcPts val="100"/>
              </a:spcBef>
            </a:pPr>
            <a:r>
              <a:rPr sz="1750" spc="10" dirty="0">
                <a:latin typeface="Times New Roman"/>
                <a:cs typeface="Times New Roman"/>
              </a:rPr>
              <a:t>lemma</a:t>
            </a:r>
            <a:r>
              <a:rPr sz="1750" spc="-70" dirty="0">
                <a:latin typeface="Times New Roman"/>
                <a:cs typeface="Times New Roman"/>
              </a:rPr>
              <a:t> </a:t>
            </a:r>
            <a:r>
              <a:rPr sz="1750" spc="5" dirty="0">
                <a:latin typeface="Times New Roman"/>
                <a:cs typeface="Times New Roman"/>
              </a:rPr>
              <a:t>ending </a:t>
            </a:r>
            <a:r>
              <a:rPr sz="1750" spc="-425" dirty="0">
                <a:latin typeface="Times New Roman"/>
                <a:cs typeface="Times New Roman"/>
              </a:rPr>
              <a:t> </a:t>
            </a:r>
            <a:r>
              <a:rPr sz="1750" spc="5" dirty="0">
                <a:latin typeface="Times New Roman"/>
                <a:cs typeface="Times New Roman"/>
              </a:rPr>
              <a:t>form ending </a:t>
            </a:r>
            <a:r>
              <a:rPr sz="1750" spc="10" dirty="0">
                <a:latin typeface="Times New Roman"/>
                <a:cs typeface="Times New Roman"/>
              </a:rPr>
              <a:t> </a:t>
            </a:r>
            <a:r>
              <a:rPr sz="1750" spc="15" dirty="0">
                <a:latin typeface="Times New Roman"/>
                <a:cs typeface="Times New Roman"/>
              </a:rPr>
              <a:t>POS</a:t>
            </a:r>
            <a:endParaRPr sz="1750">
              <a:latin typeface="Times New Roman"/>
              <a:cs typeface="Times New Roman"/>
            </a:endParaRPr>
          </a:p>
        </p:txBody>
      </p:sp>
      <p:sp>
        <p:nvSpPr>
          <p:cNvPr id="7" name="object 7"/>
          <p:cNvSpPr txBox="1"/>
          <p:nvPr/>
        </p:nvSpPr>
        <p:spPr>
          <a:xfrm>
            <a:off x="3839211" y="3870959"/>
            <a:ext cx="76835" cy="189796"/>
          </a:xfrm>
          <a:prstGeom prst="rect">
            <a:avLst/>
          </a:prstGeom>
        </p:spPr>
        <p:txBody>
          <a:bodyPr vert="horz" wrap="square" lIns="0" tIns="12700" rIns="0" bIns="0" rtlCol="0">
            <a:spAutoFit/>
          </a:bodyPr>
          <a:lstStyle/>
          <a:p>
            <a:pPr marL="12700">
              <a:spcBef>
                <a:spcPts val="100"/>
              </a:spcBef>
            </a:pPr>
            <a:r>
              <a:rPr sz="1150" dirty="0">
                <a:latin typeface="Times New Roman"/>
                <a:cs typeface="Times New Roman"/>
              </a:rPr>
              <a:t>•</a:t>
            </a:r>
            <a:endParaRPr sz="1150">
              <a:latin typeface="Times New Roman"/>
              <a:cs typeface="Times New Roman"/>
            </a:endParaRPr>
          </a:p>
        </p:txBody>
      </p:sp>
      <p:sp>
        <p:nvSpPr>
          <p:cNvPr id="8" name="object 8"/>
          <p:cNvSpPr txBox="1"/>
          <p:nvPr/>
        </p:nvSpPr>
        <p:spPr>
          <a:xfrm>
            <a:off x="3839211" y="4198620"/>
            <a:ext cx="76835" cy="189796"/>
          </a:xfrm>
          <a:prstGeom prst="rect">
            <a:avLst/>
          </a:prstGeom>
        </p:spPr>
        <p:txBody>
          <a:bodyPr vert="horz" wrap="square" lIns="0" tIns="12700" rIns="0" bIns="0" rtlCol="0">
            <a:spAutoFit/>
          </a:bodyPr>
          <a:lstStyle/>
          <a:p>
            <a:pPr marL="12700">
              <a:spcBef>
                <a:spcPts val="100"/>
              </a:spcBef>
            </a:pPr>
            <a:r>
              <a:rPr sz="1150" dirty="0">
                <a:latin typeface="Times New Roman"/>
                <a:cs typeface="Times New Roman"/>
              </a:rPr>
              <a:t>•</a:t>
            </a:r>
            <a:endParaRPr sz="1150">
              <a:latin typeface="Times New Roman"/>
              <a:cs typeface="Times New Roman"/>
            </a:endParaRPr>
          </a:p>
        </p:txBody>
      </p:sp>
      <p:sp>
        <p:nvSpPr>
          <p:cNvPr id="9" name="object 9"/>
          <p:cNvSpPr txBox="1"/>
          <p:nvPr/>
        </p:nvSpPr>
        <p:spPr>
          <a:xfrm>
            <a:off x="2934969" y="4504690"/>
            <a:ext cx="6074410" cy="1915160"/>
          </a:xfrm>
          <a:prstGeom prst="rect">
            <a:avLst/>
          </a:prstGeom>
        </p:spPr>
        <p:txBody>
          <a:bodyPr vert="horz" wrap="square" lIns="0" tIns="12065" rIns="0" bIns="0" rtlCol="0">
            <a:spAutoFit/>
          </a:bodyPr>
          <a:lstStyle/>
          <a:p>
            <a:pPr marL="294640" marR="5080" indent="-281940">
              <a:lnSpc>
                <a:spcPct val="101099"/>
              </a:lnSpc>
              <a:spcBef>
                <a:spcPts val="95"/>
              </a:spcBef>
              <a:buChar char="•"/>
              <a:tabLst>
                <a:tab pos="294005" algn="l"/>
                <a:tab pos="294640" algn="l"/>
                <a:tab pos="1359535" algn="l"/>
              </a:tabLst>
            </a:pPr>
            <a:r>
              <a:rPr sz="2350" spc="5" dirty="0">
                <a:latin typeface="Times New Roman"/>
                <a:cs typeface="Times New Roman"/>
              </a:rPr>
              <a:t>Lists </a:t>
            </a:r>
            <a:r>
              <a:rPr sz="2350" spc="10" dirty="0">
                <a:latin typeface="Times New Roman"/>
                <a:cs typeface="Times New Roman"/>
              </a:rPr>
              <a:t>of	</a:t>
            </a:r>
            <a:r>
              <a:rPr sz="2350" spc="15" dirty="0">
                <a:latin typeface="Times New Roman"/>
                <a:cs typeface="Times New Roman"/>
              </a:rPr>
              <a:t>non </a:t>
            </a:r>
            <a:r>
              <a:rPr sz="2350" spc="5" dirty="0">
                <a:latin typeface="Times New Roman"/>
                <a:cs typeface="Times New Roman"/>
              </a:rPr>
              <a:t>flexive classes , closed classes </a:t>
            </a:r>
            <a:r>
              <a:rPr sz="2350" spc="10" dirty="0">
                <a:latin typeface="Times New Roman"/>
                <a:cs typeface="Times New Roman"/>
              </a:rPr>
              <a:t>and </a:t>
            </a:r>
            <a:r>
              <a:rPr sz="2350" spc="-570" dirty="0">
                <a:latin typeface="Times New Roman"/>
                <a:cs typeface="Times New Roman"/>
              </a:rPr>
              <a:t> </a:t>
            </a:r>
            <a:r>
              <a:rPr sz="2350" spc="5" dirty="0">
                <a:latin typeface="Times New Roman"/>
                <a:cs typeface="Times New Roman"/>
              </a:rPr>
              <a:t>irregular</a:t>
            </a:r>
            <a:r>
              <a:rPr sz="2350" dirty="0">
                <a:latin typeface="Times New Roman"/>
                <a:cs typeface="Times New Roman"/>
              </a:rPr>
              <a:t> </a:t>
            </a:r>
            <a:r>
              <a:rPr sz="2350" spc="10" dirty="0">
                <a:latin typeface="Times New Roman"/>
                <a:cs typeface="Times New Roman"/>
              </a:rPr>
              <a:t>words</a:t>
            </a:r>
            <a:endParaRPr sz="2350">
              <a:latin typeface="Times New Roman"/>
              <a:cs typeface="Times New Roman"/>
            </a:endParaRPr>
          </a:p>
          <a:p>
            <a:pPr marL="294640" indent="-281940">
              <a:spcBef>
                <a:spcPts val="620"/>
              </a:spcBef>
              <a:buChar char="•"/>
              <a:tabLst>
                <a:tab pos="294005" algn="l"/>
                <a:tab pos="294640" algn="l"/>
              </a:tabLst>
            </a:pPr>
            <a:r>
              <a:rPr sz="2350" spc="10" dirty="0">
                <a:latin typeface="Times New Roman"/>
                <a:cs typeface="Times New Roman"/>
              </a:rPr>
              <a:t>Corpora</a:t>
            </a:r>
            <a:endParaRPr sz="2350">
              <a:latin typeface="Times New Roman"/>
              <a:cs typeface="Times New Roman"/>
            </a:endParaRPr>
          </a:p>
          <a:p>
            <a:pPr marL="690880" lvl="1" indent="-226695">
              <a:spcBef>
                <a:spcPts val="530"/>
              </a:spcBef>
              <a:buChar char="•"/>
              <a:tabLst>
                <a:tab pos="690245" algn="l"/>
                <a:tab pos="690880" algn="l"/>
              </a:tabLst>
            </a:pPr>
            <a:r>
              <a:rPr sz="1950" spc="10" dirty="0">
                <a:latin typeface="Times New Roman"/>
                <a:cs typeface="Times New Roman"/>
              </a:rPr>
              <a:t>Serbo-Croatian</a:t>
            </a:r>
            <a:r>
              <a:rPr sz="1950" spc="-15" dirty="0">
                <a:latin typeface="Times New Roman"/>
                <a:cs typeface="Times New Roman"/>
              </a:rPr>
              <a:t> </a:t>
            </a:r>
            <a:r>
              <a:rPr sz="1950" spc="15" dirty="0">
                <a:latin typeface="Times New Roman"/>
                <a:cs typeface="Times New Roman"/>
              </a:rPr>
              <a:t>9</a:t>
            </a:r>
            <a:r>
              <a:rPr sz="1950" spc="-20" dirty="0">
                <a:latin typeface="Times New Roman"/>
                <a:cs typeface="Times New Roman"/>
              </a:rPr>
              <a:t> </a:t>
            </a:r>
            <a:r>
              <a:rPr sz="1950" spc="25" dirty="0">
                <a:latin typeface="Times New Roman"/>
                <a:cs typeface="Times New Roman"/>
              </a:rPr>
              <a:t>Mw</a:t>
            </a:r>
            <a:endParaRPr sz="1950">
              <a:latin typeface="Times New Roman"/>
              <a:cs typeface="Times New Roman"/>
            </a:endParaRPr>
          </a:p>
          <a:p>
            <a:pPr marL="690880" lvl="1" indent="-226695">
              <a:spcBef>
                <a:spcPts val="520"/>
              </a:spcBef>
              <a:buChar char="•"/>
              <a:tabLst>
                <a:tab pos="690245" algn="l"/>
                <a:tab pos="690880" algn="l"/>
              </a:tabLst>
            </a:pPr>
            <a:r>
              <a:rPr sz="1950" spc="10" dirty="0">
                <a:latin typeface="Times New Roman"/>
                <a:cs typeface="Times New Roman"/>
              </a:rPr>
              <a:t>Russian</a:t>
            </a:r>
            <a:r>
              <a:rPr sz="1950" spc="-20" dirty="0">
                <a:latin typeface="Times New Roman"/>
                <a:cs typeface="Times New Roman"/>
              </a:rPr>
              <a:t> </a:t>
            </a:r>
            <a:r>
              <a:rPr sz="1950" spc="15" dirty="0">
                <a:latin typeface="Times New Roman"/>
                <a:cs typeface="Times New Roman"/>
              </a:rPr>
              <a:t>16</a:t>
            </a:r>
            <a:r>
              <a:rPr sz="1950" spc="-5" dirty="0">
                <a:latin typeface="Times New Roman"/>
                <a:cs typeface="Times New Roman"/>
              </a:rPr>
              <a:t> </a:t>
            </a:r>
            <a:r>
              <a:rPr sz="1950" spc="15" dirty="0">
                <a:latin typeface="Times New Roman"/>
                <a:cs typeface="Times New Roman"/>
              </a:rPr>
              <a:t>Mw</a:t>
            </a:r>
            <a:endParaRPr sz="1950">
              <a:latin typeface="Times New Roman"/>
              <a:cs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BE0EF-E9E8-4596-97AA-538FA9EBD0D2}"/>
              </a:ext>
            </a:extLst>
          </p:cNvPr>
          <p:cNvSpPr>
            <a:spLocks noGrp="1"/>
          </p:cNvSpPr>
          <p:nvPr>
            <p:ph type="title"/>
          </p:nvPr>
        </p:nvSpPr>
        <p:spPr/>
        <p:txBody>
          <a:bodyPr/>
          <a:lstStyle/>
          <a:p>
            <a:r>
              <a:rPr lang="en-US" dirty="0"/>
              <a:t>Parsing</a:t>
            </a:r>
            <a:endParaRPr lang="en-IN" dirty="0"/>
          </a:p>
        </p:txBody>
      </p:sp>
      <p:sp>
        <p:nvSpPr>
          <p:cNvPr id="3" name="Content Placeholder 2">
            <a:extLst>
              <a:ext uri="{FF2B5EF4-FFF2-40B4-BE49-F238E27FC236}">
                <a16:creationId xmlns:a16="http://schemas.microsoft.com/office/drawing/2014/main" id="{3E1F775D-0BD7-459A-AADC-AB1AE07E983B}"/>
              </a:ext>
            </a:extLst>
          </p:cNvPr>
          <p:cNvSpPr>
            <a:spLocks noGrp="1"/>
          </p:cNvSpPr>
          <p:nvPr>
            <p:ph idx="1"/>
          </p:nvPr>
        </p:nvSpPr>
        <p:spPr/>
        <p:txBody>
          <a:bodyPr/>
          <a:lstStyle/>
          <a:p>
            <a:r>
              <a:rPr lang="en-US" b="0" i="0" dirty="0">
                <a:solidFill>
                  <a:srgbClr val="000000"/>
                </a:solidFill>
                <a:effectLst/>
                <a:latin typeface="Arial" panose="020B0604020202020204" pitchFamily="34" charset="0"/>
              </a:rPr>
              <a:t>The word ‘Parsing’ whose origin is from Latin word </a:t>
            </a:r>
            <a:r>
              <a:rPr lang="en-US" b="1" i="0" dirty="0">
                <a:solidFill>
                  <a:srgbClr val="000000"/>
                </a:solidFill>
                <a:effectLst/>
                <a:latin typeface="Arial" panose="020B0604020202020204" pitchFamily="34" charset="0"/>
              </a:rPr>
              <a:t>‘pars’</a:t>
            </a:r>
            <a:r>
              <a:rPr lang="en-US" b="0" i="0" dirty="0">
                <a:solidFill>
                  <a:srgbClr val="000000"/>
                </a:solidFill>
                <a:effectLst/>
                <a:latin typeface="Arial" panose="020B0604020202020204" pitchFamily="34" charset="0"/>
              </a:rPr>
              <a:t> (which means </a:t>
            </a:r>
            <a:r>
              <a:rPr lang="en-US" b="1" i="0" dirty="0">
                <a:solidFill>
                  <a:srgbClr val="000000"/>
                </a:solidFill>
                <a:effectLst/>
                <a:latin typeface="Arial" panose="020B0604020202020204" pitchFamily="34" charset="0"/>
              </a:rPr>
              <a:t>‘part’</a:t>
            </a:r>
            <a:r>
              <a:rPr lang="en-US" b="0" i="0" dirty="0">
                <a:solidFill>
                  <a:srgbClr val="000000"/>
                </a:solidFill>
                <a:effectLst/>
                <a:latin typeface="Arial" panose="020B0604020202020204" pitchFamily="34" charset="0"/>
              </a:rPr>
              <a:t>), is used to draw exact meaning or dictionary meaning from the text. </a:t>
            </a:r>
          </a:p>
          <a:p>
            <a:endParaRPr lang="en-US" dirty="0">
              <a:solidFill>
                <a:srgbClr val="000000"/>
              </a:solidFill>
              <a:latin typeface="Arial" panose="020B0604020202020204" pitchFamily="34" charset="0"/>
            </a:endParaRPr>
          </a:p>
          <a:p>
            <a:r>
              <a:rPr lang="en-US" b="0" i="0" dirty="0">
                <a:solidFill>
                  <a:srgbClr val="000000"/>
                </a:solidFill>
                <a:effectLst/>
                <a:latin typeface="Arial" panose="020B0604020202020204" pitchFamily="34" charset="0"/>
              </a:rPr>
              <a:t>It is also called Syntactic analysis or syntax analysis. Comparing the rules of formal grammar, syntax analysis checks the text for meaningfulness. </a:t>
            </a:r>
            <a:endParaRPr lang="en-IN" dirty="0"/>
          </a:p>
        </p:txBody>
      </p:sp>
    </p:spTree>
    <p:extLst>
      <p:ext uri="{BB962C8B-B14F-4D97-AF65-F5344CB8AC3E}">
        <p14:creationId xmlns:p14="http://schemas.microsoft.com/office/powerpoint/2010/main" val="377368059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38679-C6BD-4D21-A6FA-439157EA41A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C85B890-0A82-47DB-BC76-574A4588DC9D}"/>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6FFC5805-1769-422E-A1CB-269D7E64E8FB}"/>
              </a:ext>
            </a:extLst>
          </p:cNvPr>
          <p:cNvPicPr>
            <a:picLocks noChangeAspect="1"/>
          </p:cNvPicPr>
          <p:nvPr/>
        </p:nvPicPr>
        <p:blipFill rotWithShape="1">
          <a:blip r:embed="rId2"/>
          <a:srcRect l="10772" t="29757" r="11133" b="9911"/>
          <a:stretch/>
        </p:blipFill>
        <p:spPr>
          <a:xfrm>
            <a:off x="838200" y="-13062"/>
            <a:ext cx="10515600" cy="5223375"/>
          </a:xfrm>
          <a:prstGeom prst="rect">
            <a:avLst/>
          </a:prstGeom>
        </p:spPr>
      </p:pic>
      <p:pic>
        <p:nvPicPr>
          <p:cNvPr id="6" name="Picture 5">
            <a:extLst>
              <a:ext uri="{FF2B5EF4-FFF2-40B4-BE49-F238E27FC236}">
                <a16:creationId xmlns:a16="http://schemas.microsoft.com/office/drawing/2014/main" id="{FF33424E-9996-4864-AA03-CCCF08B2CD71}"/>
              </a:ext>
            </a:extLst>
          </p:cNvPr>
          <p:cNvPicPr>
            <a:picLocks noChangeAspect="1"/>
          </p:cNvPicPr>
          <p:nvPr/>
        </p:nvPicPr>
        <p:blipFill rotWithShape="1">
          <a:blip r:embed="rId3"/>
          <a:srcRect l="9643" t="67437" r="11393" b="20939"/>
          <a:stretch/>
        </p:blipFill>
        <p:spPr>
          <a:xfrm>
            <a:off x="1045027" y="5094515"/>
            <a:ext cx="9627326" cy="796835"/>
          </a:xfrm>
          <a:prstGeom prst="rect">
            <a:avLst/>
          </a:prstGeom>
        </p:spPr>
      </p:pic>
    </p:spTree>
    <p:extLst>
      <p:ext uri="{BB962C8B-B14F-4D97-AF65-F5344CB8AC3E}">
        <p14:creationId xmlns:p14="http://schemas.microsoft.com/office/powerpoint/2010/main" val="376060326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D3D97-763C-4369-A1A9-0637D1EB701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4595489-B3AF-4DBE-8992-9FF0E7F2B61E}"/>
              </a:ext>
            </a:extLst>
          </p:cNvPr>
          <p:cNvSpPr>
            <a:spLocks noGrp="1"/>
          </p:cNvSpPr>
          <p:nvPr>
            <p:ph idx="1"/>
          </p:nvPr>
        </p:nvSpPr>
        <p:spPr/>
        <p:txBody>
          <a:bodyPr>
            <a:normAutofit lnSpcReduction="10000"/>
          </a:bodyPr>
          <a:lstStyle/>
          <a:p>
            <a:pPr algn="l" fontAlgn="base"/>
            <a:r>
              <a:rPr lang="en-US" b="0" i="0" dirty="0">
                <a:solidFill>
                  <a:srgbClr val="232629"/>
                </a:solidFill>
                <a:effectLst/>
                <a:latin typeface="-apple-system"/>
              </a:rPr>
              <a:t>POS tagging would give a POS tag to each and every word in the input sentence.</a:t>
            </a:r>
          </a:p>
          <a:p>
            <a:pPr algn="l" fontAlgn="base"/>
            <a:r>
              <a:rPr lang="en-US" b="0" i="0" dirty="0">
                <a:solidFill>
                  <a:srgbClr val="232629"/>
                </a:solidFill>
                <a:effectLst/>
                <a:latin typeface="-apple-system"/>
              </a:rPr>
              <a:t>Parsing the sentence (using the </a:t>
            </a:r>
            <a:r>
              <a:rPr lang="en-US" b="0" i="0" dirty="0" err="1">
                <a:solidFill>
                  <a:srgbClr val="232629"/>
                </a:solidFill>
                <a:effectLst/>
                <a:latin typeface="-apple-system"/>
              </a:rPr>
              <a:t>stanford</a:t>
            </a:r>
            <a:r>
              <a:rPr lang="en-US" b="0" i="0" dirty="0">
                <a:solidFill>
                  <a:srgbClr val="232629"/>
                </a:solidFill>
                <a:effectLst/>
                <a:latin typeface="-apple-system"/>
              </a:rPr>
              <a:t> </a:t>
            </a:r>
            <a:r>
              <a:rPr lang="en-US" b="0" i="0" dirty="0" err="1">
                <a:solidFill>
                  <a:srgbClr val="232629"/>
                </a:solidFill>
                <a:effectLst/>
                <a:latin typeface="-apple-system"/>
              </a:rPr>
              <a:t>pcfg</a:t>
            </a:r>
            <a:r>
              <a:rPr lang="en-US" b="0" i="0" dirty="0">
                <a:solidFill>
                  <a:srgbClr val="232629"/>
                </a:solidFill>
                <a:effectLst/>
                <a:latin typeface="-apple-system"/>
              </a:rPr>
              <a:t> for example) would convert the sentence into a tree whose leaves will hold POS tags (which correspond to words in the sentence), but the rest of the tree would tell you how exactly these </a:t>
            </a:r>
            <a:r>
              <a:rPr lang="en-US" b="0" i="0" dirty="0" err="1">
                <a:solidFill>
                  <a:srgbClr val="232629"/>
                </a:solidFill>
                <a:effectLst/>
                <a:latin typeface="-apple-system"/>
              </a:rPr>
              <a:t>these</a:t>
            </a:r>
            <a:r>
              <a:rPr lang="en-US" b="0" i="0" dirty="0">
                <a:solidFill>
                  <a:srgbClr val="232629"/>
                </a:solidFill>
                <a:effectLst/>
                <a:latin typeface="-apple-system"/>
              </a:rPr>
              <a:t> words are joining together to make the overall sentence. For example an adjective and a noun might combine to be a 'Noun Phrase', which might combine with another adjective to form another Noun Phrase (e.g. quick brown fox) (the exact way the pieces combine depends on the parser in question).</a:t>
            </a:r>
          </a:p>
          <a:p>
            <a:endParaRPr lang="en-IN" dirty="0"/>
          </a:p>
        </p:txBody>
      </p:sp>
      <p:sp>
        <p:nvSpPr>
          <p:cNvPr id="5" name="TextBox 4">
            <a:extLst>
              <a:ext uri="{FF2B5EF4-FFF2-40B4-BE49-F238E27FC236}">
                <a16:creationId xmlns:a16="http://schemas.microsoft.com/office/drawing/2014/main" id="{F84A4236-A7F8-479F-86A2-95221E528002}"/>
              </a:ext>
            </a:extLst>
          </p:cNvPr>
          <p:cNvSpPr txBox="1"/>
          <p:nvPr/>
        </p:nvSpPr>
        <p:spPr>
          <a:xfrm>
            <a:off x="2746466" y="6169709"/>
            <a:ext cx="6093822" cy="646331"/>
          </a:xfrm>
          <a:prstGeom prst="rect">
            <a:avLst/>
          </a:prstGeom>
          <a:noFill/>
        </p:spPr>
        <p:txBody>
          <a:bodyPr wrap="square">
            <a:spAutoFit/>
          </a:bodyPr>
          <a:lstStyle/>
          <a:p>
            <a:r>
              <a:rPr lang="en-IN" dirty="0"/>
              <a:t>Parsing simulator http://nlp.stanford.edu:8080/parser/index.jsp</a:t>
            </a:r>
          </a:p>
        </p:txBody>
      </p:sp>
    </p:spTree>
    <p:extLst>
      <p:ext uri="{BB962C8B-B14F-4D97-AF65-F5344CB8AC3E}">
        <p14:creationId xmlns:p14="http://schemas.microsoft.com/office/powerpoint/2010/main" val="371025119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96E5F-CD31-44D7-8A8A-230EC0AB283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4D5C19F-FC96-4174-9A47-CBEA0DE2ACDC}"/>
              </a:ext>
            </a:extLst>
          </p:cNvPr>
          <p:cNvSpPr>
            <a:spLocks noGrp="1"/>
          </p:cNvSpPr>
          <p:nvPr>
            <p:ph idx="1"/>
          </p:nvPr>
        </p:nvSpPr>
        <p:spPr/>
        <p:txBody>
          <a:bodyPr>
            <a:normAutofit fontScale="92500"/>
          </a:bodyPr>
          <a:lstStyle/>
          <a:p>
            <a:r>
              <a:rPr lang="en-US" b="0" i="0" dirty="0">
                <a:solidFill>
                  <a:srgbClr val="232629"/>
                </a:solidFill>
                <a:effectLst/>
                <a:latin typeface="-apple-system"/>
              </a:rPr>
              <a:t>A shallow parser or '</a:t>
            </a:r>
            <a:r>
              <a:rPr lang="en-US" b="0" i="0" dirty="0" err="1">
                <a:solidFill>
                  <a:srgbClr val="232629"/>
                </a:solidFill>
                <a:effectLst/>
                <a:latin typeface="-apple-system"/>
              </a:rPr>
              <a:t>chunker</a:t>
            </a:r>
            <a:r>
              <a:rPr lang="en-US" b="0" i="0" dirty="0">
                <a:solidFill>
                  <a:srgbClr val="232629"/>
                </a:solidFill>
                <a:effectLst/>
                <a:latin typeface="-apple-system"/>
              </a:rPr>
              <a:t>' comes somewhere in between these two. A plain POS tagger is really fast but does not give you enough information and a full blown parser is slow and gives you too much. A POS tagger can be thought of as a parser which only returns the bottom-most tier of the parse tree to you. A </a:t>
            </a:r>
            <a:r>
              <a:rPr lang="en-US" b="0" i="0" dirty="0" err="1">
                <a:solidFill>
                  <a:srgbClr val="232629"/>
                </a:solidFill>
                <a:effectLst/>
                <a:latin typeface="-apple-system"/>
              </a:rPr>
              <a:t>chunker</a:t>
            </a:r>
            <a:r>
              <a:rPr lang="en-US" b="0" i="0" dirty="0">
                <a:solidFill>
                  <a:srgbClr val="232629"/>
                </a:solidFill>
                <a:effectLst/>
                <a:latin typeface="-apple-system"/>
              </a:rPr>
              <a:t> might be thought of as a parser that returns some other tier of the parse tree to you instead. Sometimes you just need to know that a bunch of words together form a Noun Phrase but don't care about the sub-structure of the tree within those words (i.e. which words are adjectives, determiners, nouns, </a:t>
            </a:r>
            <a:r>
              <a:rPr lang="en-US" b="0" i="0" dirty="0" err="1">
                <a:solidFill>
                  <a:srgbClr val="232629"/>
                </a:solidFill>
                <a:effectLst/>
                <a:latin typeface="-apple-system"/>
              </a:rPr>
              <a:t>etc</a:t>
            </a:r>
            <a:r>
              <a:rPr lang="en-US" b="0" i="0" dirty="0">
                <a:solidFill>
                  <a:srgbClr val="232629"/>
                </a:solidFill>
                <a:effectLst/>
                <a:latin typeface="-apple-system"/>
              </a:rPr>
              <a:t> and how do they combine). In such cases you can use a </a:t>
            </a:r>
            <a:r>
              <a:rPr lang="en-US" b="0" i="0" dirty="0" err="1">
                <a:solidFill>
                  <a:srgbClr val="232629"/>
                </a:solidFill>
                <a:effectLst/>
                <a:latin typeface="-apple-system"/>
              </a:rPr>
              <a:t>chunker</a:t>
            </a:r>
            <a:r>
              <a:rPr lang="en-US" b="0" i="0" dirty="0">
                <a:solidFill>
                  <a:srgbClr val="232629"/>
                </a:solidFill>
                <a:effectLst/>
                <a:latin typeface="-apple-system"/>
              </a:rPr>
              <a:t> to get exactly the information you need instead of wasting time generating the full parse tree for the sentence.</a:t>
            </a:r>
          </a:p>
          <a:p>
            <a:endParaRPr lang="en-IN" dirty="0"/>
          </a:p>
        </p:txBody>
      </p:sp>
    </p:spTree>
    <p:extLst>
      <p:ext uri="{BB962C8B-B14F-4D97-AF65-F5344CB8AC3E}">
        <p14:creationId xmlns:p14="http://schemas.microsoft.com/office/powerpoint/2010/main" val="226897859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7756F-C265-4CD7-9A16-AB2165A289C1}"/>
              </a:ext>
            </a:extLst>
          </p:cNvPr>
          <p:cNvSpPr>
            <a:spLocks noGrp="1"/>
          </p:cNvSpPr>
          <p:nvPr>
            <p:ph type="title"/>
          </p:nvPr>
        </p:nvSpPr>
        <p:spPr/>
        <p:txBody>
          <a:bodyPr/>
          <a:lstStyle/>
          <a:p>
            <a:r>
              <a:rPr lang="en-US" dirty="0"/>
              <a:t>Phrasal Structures</a:t>
            </a:r>
            <a:endParaRPr lang="en-IN" dirty="0"/>
          </a:p>
        </p:txBody>
      </p:sp>
      <p:sp>
        <p:nvSpPr>
          <p:cNvPr id="3" name="Content Placeholder 2">
            <a:extLst>
              <a:ext uri="{FF2B5EF4-FFF2-40B4-BE49-F238E27FC236}">
                <a16:creationId xmlns:a16="http://schemas.microsoft.com/office/drawing/2014/main" id="{2919DC47-60EC-444E-A36E-D7A6D82E2F2F}"/>
              </a:ext>
            </a:extLst>
          </p:cNvPr>
          <p:cNvSpPr>
            <a:spLocks noGrp="1"/>
          </p:cNvSpPr>
          <p:nvPr>
            <p:ph idx="1"/>
          </p:nvPr>
        </p:nvSpPr>
        <p:spPr/>
        <p:txBody>
          <a:bodyPr>
            <a:normAutofit lnSpcReduction="10000"/>
          </a:bodyPr>
          <a:lstStyle/>
          <a:p>
            <a:r>
              <a:rPr lang="en-US" dirty="0"/>
              <a:t>A phrase can be a single word or a combination of words based on the syntax and position of the phrase in a clause or sentence. For example, in the following </a:t>
            </a:r>
            <a:r>
              <a:rPr lang="en-US" dirty="0" err="1"/>
              <a:t>sentenceMy</a:t>
            </a:r>
            <a:r>
              <a:rPr lang="en-US" dirty="0"/>
              <a:t> dog likes his </a:t>
            </a:r>
            <a:r>
              <a:rPr lang="en-US" dirty="0" err="1"/>
              <a:t>food.there</a:t>
            </a:r>
            <a:r>
              <a:rPr lang="en-US" dirty="0"/>
              <a:t> are three phrases. "My dog" is a noun phrase, "likes" is a verb phrase, and "his food" is also a noun phrase.</a:t>
            </a:r>
          </a:p>
          <a:p>
            <a:r>
              <a:rPr lang="en-US" dirty="0"/>
              <a:t>There are five major categories of phrases:</a:t>
            </a:r>
          </a:p>
          <a:p>
            <a:pPr marL="514350" indent="-514350">
              <a:buFont typeface="+mj-lt"/>
              <a:buAutoNum type="arabicPeriod"/>
            </a:pPr>
            <a:r>
              <a:rPr lang="en-US" dirty="0"/>
              <a:t>Noun phrase (NP): These are phrases where a noun acts as the head word. Noun phrases act as a subject or object to a verb or an adjective. In some cases a noun phrase can be replaced by a pronoun without changing the syntax of the sentence. Some examples of Noun phrases are "little boy", "hard rock", etc.</a:t>
            </a:r>
            <a:endParaRPr lang="en-IN" dirty="0"/>
          </a:p>
        </p:txBody>
      </p:sp>
    </p:spTree>
    <p:extLst>
      <p:ext uri="{BB962C8B-B14F-4D97-AF65-F5344CB8AC3E}">
        <p14:creationId xmlns:p14="http://schemas.microsoft.com/office/powerpoint/2010/main" val="135084803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794E6-3AF6-4CA3-A8AB-387174C57CD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A7EB25B-1C00-4DA6-9ACD-58C05C854D33}"/>
              </a:ext>
            </a:extLst>
          </p:cNvPr>
          <p:cNvSpPr>
            <a:spLocks noGrp="1"/>
          </p:cNvSpPr>
          <p:nvPr>
            <p:ph idx="1"/>
          </p:nvPr>
        </p:nvSpPr>
        <p:spPr/>
        <p:txBody>
          <a:bodyPr/>
          <a:lstStyle/>
          <a:p>
            <a:pPr marL="0" indent="0">
              <a:buNone/>
            </a:pPr>
            <a:r>
              <a:rPr lang="en-US" dirty="0"/>
              <a:t>2. Verb phrase (VP): These phrases are lexical units that have a verb acting as the head word. Usually there are two forms of verb phrases. One form has the verb components as well as other entities such as nouns, adjectives, or adverbs as parts of the object. The verb here is known as a finite verb. For example in the sentence “The boy is playing football”, "playing football" is the finite verb phrase. The second form of this includes verb phrases which consist strictly of verb components only. For example, "is playing" in the same sentence is such a verb phrase.</a:t>
            </a:r>
            <a:endParaRPr lang="en-IN" dirty="0"/>
          </a:p>
        </p:txBody>
      </p:sp>
    </p:spTree>
    <p:extLst>
      <p:ext uri="{BB962C8B-B14F-4D97-AF65-F5344CB8AC3E}">
        <p14:creationId xmlns:p14="http://schemas.microsoft.com/office/powerpoint/2010/main" val="267551655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80AF0-FC93-4003-BD62-FEC3B8E6710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555928F-A9EF-430C-B2B9-392B7DBD187B}"/>
              </a:ext>
            </a:extLst>
          </p:cNvPr>
          <p:cNvSpPr>
            <a:spLocks noGrp="1"/>
          </p:cNvSpPr>
          <p:nvPr>
            <p:ph idx="1"/>
          </p:nvPr>
        </p:nvSpPr>
        <p:spPr/>
        <p:txBody>
          <a:bodyPr/>
          <a:lstStyle/>
          <a:p>
            <a:pPr marL="0" indent="0">
              <a:buNone/>
            </a:pPr>
            <a:r>
              <a:rPr lang="en-US" dirty="0"/>
              <a:t>3. Adjective phrase (ADJP): These are phrases with an adjective as the head word. Their main role is to describe or qualify nouns and pronouns in a sentence, and they will be either placed before or after the noun or pronoun. The sentence, "The cat is too cute" has an adjective phrase, "too cute", qualifying "cat".</a:t>
            </a:r>
            <a:endParaRPr lang="en-IN" dirty="0"/>
          </a:p>
        </p:txBody>
      </p:sp>
    </p:spTree>
    <p:extLst>
      <p:ext uri="{BB962C8B-B14F-4D97-AF65-F5344CB8AC3E}">
        <p14:creationId xmlns:p14="http://schemas.microsoft.com/office/powerpoint/2010/main" val="200874770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49244-8A2B-460C-8682-CA7E2F6531E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70340F0-B7EF-454D-AF1B-2CF030BFBC97}"/>
              </a:ext>
            </a:extLst>
          </p:cNvPr>
          <p:cNvSpPr>
            <a:spLocks noGrp="1"/>
          </p:cNvSpPr>
          <p:nvPr>
            <p:ph idx="1"/>
          </p:nvPr>
        </p:nvSpPr>
        <p:spPr/>
        <p:txBody>
          <a:bodyPr/>
          <a:lstStyle/>
          <a:p>
            <a:pPr marL="0" indent="0">
              <a:buNone/>
            </a:pPr>
            <a:r>
              <a:rPr lang="en-US" dirty="0"/>
              <a:t>4. Adverb phrase (ADVP): These are phrases where adverb acts as the head word in the phrase. Adverb phrases are used as modifiers for nouns, verbs, or adverbs themselves by providing further details that describe or qualify them. In the sentence "The train should be at the station pretty soon", the adverb phrase "pretty soon" describes when the train would be arriving.</a:t>
            </a:r>
            <a:endParaRPr lang="en-IN" dirty="0"/>
          </a:p>
        </p:txBody>
      </p:sp>
    </p:spTree>
    <p:extLst>
      <p:ext uri="{BB962C8B-B14F-4D97-AF65-F5344CB8AC3E}">
        <p14:creationId xmlns:p14="http://schemas.microsoft.com/office/powerpoint/2010/main" val="24602546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A2817-C77A-4AE6-B4CD-55F2BB9C6EA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AB50017-7774-464A-88CB-BB3BEDCF19F5}"/>
              </a:ext>
            </a:extLst>
          </p:cNvPr>
          <p:cNvSpPr>
            <a:spLocks noGrp="1"/>
          </p:cNvSpPr>
          <p:nvPr>
            <p:ph idx="1"/>
          </p:nvPr>
        </p:nvSpPr>
        <p:spPr/>
        <p:txBody>
          <a:bodyPr/>
          <a:lstStyle/>
          <a:p>
            <a:pPr marL="0" indent="0">
              <a:buNone/>
            </a:pPr>
            <a:r>
              <a:rPr lang="en-US" dirty="0"/>
              <a:t>5. Prepositional phrase (PP): These phrases usually contain a preposition as the head word and other lexical components like nouns, pronouns, and so on. It acts like an adjective or adverb describing other words or phrases. The phrase "going up the stairs" contains a prepositional phrase "up", describing the direction of the stairs.</a:t>
            </a:r>
          </a:p>
          <a:p>
            <a:pPr marL="0" indent="0">
              <a:buNone/>
            </a:pPr>
            <a:endParaRPr lang="en-US" dirty="0"/>
          </a:p>
          <a:p>
            <a:pPr marL="0" indent="0">
              <a:buNone/>
            </a:pPr>
            <a:endParaRPr lang="en-US" dirty="0"/>
          </a:p>
          <a:p>
            <a:pPr marL="0" indent="0">
              <a:buNone/>
            </a:pPr>
            <a:r>
              <a:rPr lang="en-US" dirty="0"/>
              <a:t>These five major syntactic categories of phrases can be generated from words using several rules, utilizing syntax and grammars of different types.</a:t>
            </a:r>
            <a:endParaRPr lang="en-IN" dirty="0"/>
          </a:p>
        </p:txBody>
      </p:sp>
    </p:spTree>
    <p:extLst>
      <p:ext uri="{BB962C8B-B14F-4D97-AF65-F5344CB8AC3E}">
        <p14:creationId xmlns:p14="http://schemas.microsoft.com/office/powerpoint/2010/main" val="153686215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6D957-0D9D-42B7-A51B-C5CAE4C4AFDE}"/>
              </a:ext>
            </a:extLst>
          </p:cNvPr>
          <p:cNvSpPr>
            <a:spLocks noGrp="1"/>
          </p:cNvSpPr>
          <p:nvPr>
            <p:ph type="title"/>
          </p:nvPr>
        </p:nvSpPr>
        <p:spPr/>
        <p:txBody>
          <a:bodyPr/>
          <a:lstStyle/>
          <a:p>
            <a:r>
              <a:rPr lang="en-US" dirty="0"/>
              <a:t>Chunking Example</a:t>
            </a:r>
            <a:endParaRPr lang="en-IN" dirty="0"/>
          </a:p>
        </p:txBody>
      </p:sp>
      <p:pic>
        <p:nvPicPr>
          <p:cNvPr id="5" name="Content Placeholder 4">
            <a:extLst>
              <a:ext uri="{FF2B5EF4-FFF2-40B4-BE49-F238E27FC236}">
                <a16:creationId xmlns:a16="http://schemas.microsoft.com/office/drawing/2014/main" id="{E1EA1F29-18EA-4ECA-8A6E-D836C9E182D2}"/>
              </a:ext>
            </a:extLst>
          </p:cNvPr>
          <p:cNvPicPr>
            <a:picLocks noGrp="1" noChangeAspect="1"/>
          </p:cNvPicPr>
          <p:nvPr>
            <p:ph idx="1"/>
          </p:nvPr>
        </p:nvPicPr>
        <p:blipFill>
          <a:blip r:embed="rId2"/>
          <a:stretch>
            <a:fillRect/>
          </a:stretch>
        </p:blipFill>
        <p:spPr>
          <a:xfrm>
            <a:off x="226559" y="1877626"/>
            <a:ext cx="6598597" cy="2736000"/>
          </a:xfrm>
        </p:spPr>
      </p:pic>
    </p:spTree>
    <p:extLst>
      <p:ext uri="{BB962C8B-B14F-4D97-AF65-F5344CB8AC3E}">
        <p14:creationId xmlns:p14="http://schemas.microsoft.com/office/powerpoint/2010/main" val="80621233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A08AE-1C7B-431F-A8E5-F677376456F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010F709-918C-4556-B58A-2768BA03B6F8}"/>
              </a:ext>
            </a:extLst>
          </p:cNvPr>
          <p:cNvSpPr>
            <a:spLocks noGrp="1"/>
          </p:cNvSpPr>
          <p:nvPr>
            <p:ph idx="1"/>
          </p:nvPr>
        </p:nvSpPr>
        <p:spPr/>
        <p:txBody>
          <a:bodyPr/>
          <a:lstStyle/>
          <a:p>
            <a:r>
              <a:rPr lang="en-US" b="1" i="1" dirty="0">
                <a:solidFill>
                  <a:srgbClr val="111111"/>
                </a:solidFill>
                <a:effectLst/>
                <a:latin typeface="open sans" panose="020B0604020202020204" pitchFamily="34" charset="0"/>
              </a:rPr>
              <a:t>The brown fox is quick and he is jumping over the lazy dog”</a:t>
            </a:r>
          </a:p>
          <a:p>
            <a:pPr marL="0" indent="0">
              <a:buNone/>
            </a:pPr>
            <a:endParaRPr lang="en-IN" dirty="0"/>
          </a:p>
        </p:txBody>
      </p:sp>
      <p:pic>
        <p:nvPicPr>
          <p:cNvPr id="5" name="Picture 4">
            <a:extLst>
              <a:ext uri="{FF2B5EF4-FFF2-40B4-BE49-F238E27FC236}">
                <a16:creationId xmlns:a16="http://schemas.microsoft.com/office/drawing/2014/main" id="{B3547649-1DB9-44EA-AF53-CFE879B30824}"/>
              </a:ext>
            </a:extLst>
          </p:cNvPr>
          <p:cNvPicPr>
            <a:picLocks noChangeAspect="1"/>
          </p:cNvPicPr>
          <p:nvPr/>
        </p:nvPicPr>
        <p:blipFill>
          <a:blip r:embed="rId2"/>
          <a:stretch>
            <a:fillRect/>
          </a:stretch>
        </p:blipFill>
        <p:spPr>
          <a:xfrm>
            <a:off x="71161" y="3446009"/>
            <a:ext cx="11983976" cy="1620000"/>
          </a:xfrm>
          <a:prstGeom prst="rect">
            <a:avLst/>
          </a:prstGeom>
        </p:spPr>
      </p:pic>
    </p:spTree>
    <p:extLst>
      <p:ext uri="{BB962C8B-B14F-4D97-AF65-F5344CB8AC3E}">
        <p14:creationId xmlns:p14="http://schemas.microsoft.com/office/powerpoint/2010/main" val="228575042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4D68F-12BF-4282-9AFF-7D2FA54C049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B312F85-1722-4C07-9FCB-FC1DDD861A9F}"/>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DFDB019D-6D75-4F0B-BF0A-B7741D1FAC6B}"/>
              </a:ext>
            </a:extLst>
          </p:cNvPr>
          <p:cNvPicPr>
            <a:picLocks noChangeAspect="1"/>
          </p:cNvPicPr>
          <p:nvPr/>
        </p:nvPicPr>
        <p:blipFill>
          <a:blip r:embed="rId2"/>
          <a:stretch>
            <a:fillRect/>
          </a:stretch>
        </p:blipFill>
        <p:spPr>
          <a:xfrm>
            <a:off x="309562" y="2014537"/>
            <a:ext cx="11572875" cy="2828925"/>
          </a:xfrm>
          <a:prstGeom prst="rect">
            <a:avLst/>
          </a:prstGeom>
        </p:spPr>
      </p:pic>
    </p:spTree>
    <p:extLst>
      <p:ext uri="{BB962C8B-B14F-4D97-AF65-F5344CB8AC3E}">
        <p14:creationId xmlns:p14="http://schemas.microsoft.com/office/powerpoint/2010/main" val="223337923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50803-31FC-403F-A7FE-726F831C20F7}"/>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2CD8D29C-5DF7-4D56-9CEF-1B6346C9DBF1}"/>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01680014-E679-403E-8C0A-8D3B5C96497B}"/>
              </a:ext>
            </a:extLst>
          </p:cNvPr>
          <p:cNvPicPr>
            <a:picLocks noChangeAspect="1"/>
          </p:cNvPicPr>
          <p:nvPr/>
        </p:nvPicPr>
        <p:blipFill rotWithShape="1">
          <a:blip r:embed="rId2"/>
          <a:srcRect l="5893" t="18270" r="37906" b="34278"/>
          <a:stretch/>
        </p:blipFill>
        <p:spPr>
          <a:xfrm>
            <a:off x="313501" y="496383"/>
            <a:ext cx="11603084" cy="5508000"/>
          </a:xfrm>
          <a:prstGeom prst="rect">
            <a:avLst/>
          </a:prstGeom>
        </p:spPr>
      </p:pic>
    </p:spTree>
    <p:extLst>
      <p:ext uri="{BB962C8B-B14F-4D97-AF65-F5344CB8AC3E}">
        <p14:creationId xmlns:p14="http://schemas.microsoft.com/office/powerpoint/2010/main" val="403523495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D9D10-B2F6-4A64-B7D1-0D5C023286B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C9479CC-0357-43BA-BB96-839B725D8C82}"/>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07A4F9CF-DD5D-4968-B862-7FEEE92321A7}"/>
              </a:ext>
            </a:extLst>
          </p:cNvPr>
          <p:cNvPicPr>
            <a:picLocks noChangeAspect="1"/>
          </p:cNvPicPr>
          <p:nvPr/>
        </p:nvPicPr>
        <p:blipFill rotWithShape="1">
          <a:blip r:embed="rId2"/>
          <a:srcRect l="6875" t="19771" r="37428" b="31634"/>
          <a:stretch/>
        </p:blipFill>
        <p:spPr>
          <a:xfrm>
            <a:off x="838200" y="1358536"/>
            <a:ext cx="9760625" cy="4788000"/>
          </a:xfrm>
          <a:prstGeom prst="rect">
            <a:avLst/>
          </a:prstGeom>
        </p:spPr>
      </p:pic>
    </p:spTree>
    <p:extLst>
      <p:ext uri="{BB962C8B-B14F-4D97-AF65-F5344CB8AC3E}">
        <p14:creationId xmlns:p14="http://schemas.microsoft.com/office/powerpoint/2010/main" val="184985749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73C23-3CE5-4DE5-8E8F-B2372D35E17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3A39985-DE34-41B2-9ADC-FEF081D05EE4}"/>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37CCDC05-7AF9-4AD6-AA3E-80E260A873C6}"/>
              </a:ext>
            </a:extLst>
          </p:cNvPr>
          <p:cNvPicPr>
            <a:picLocks noChangeAspect="1"/>
          </p:cNvPicPr>
          <p:nvPr/>
        </p:nvPicPr>
        <p:blipFill>
          <a:blip r:embed="rId2"/>
          <a:stretch>
            <a:fillRect/>
          </a:stretch>
        </p:blipFill>
        <p:spPr>
          <a:xfrm>
            <a:off x="339634" y="2333625"/>
            <a:ext cx="11430000" cy="2930706"/>
          </a:xfrm>
          <a:prstGeom prst="rect">
            <a:avLst/>
          </a:prstGeom>
        </p:spPr>
      </p:pic>
    </p:spTree>
    <p:extLst>
      <p:ext uri="{BB962C8B-B14F-4D97-AF65-F5344CB8AC3E}">
        <p14:creationId xmlns:p14="http://schemas.microsoft.com/office/powerpoint/2010/main" val="91129985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82954-F16F-4F6F-9ADB-86F800FFF09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CA1CE64-E14F-4EB6-BB56-B5BD17D03CA1}"/>
              </a:ext>
            </a:extLst>
          </p:cNvPr>
          <p:cNvSpPr>
            <a:spLocks noGrp="1"/>
          </p:cNvSpPr>
          <p:nvPr>
            <p:ph idx="1"/>
          </p:nvPr>
        </p:nvSpPr>
        <p:spPr/>
        <p:txBody>
          <a:bodyPr/>
          <a:lstStyle/>
          <a:p>
            <a:r>
              <a:rPr lang="en-US" dirty="0"/>
              <a:t>Examples of named entities include Barack Obama, New York City, Volkswagen Golf, or anything else that can be named. Named entities can simply be viewed as entity instances (e.g., New York City is an instance of a city).</a:t>
            </a:r>
            <a:endParaRPr lang="en-IN" dirty="0"/>
          </a:p>
        </p:txBody>
      </p:sp>
    </p:spTree>
    <p:extLst>
      <p:ext uri="{BB962C8B-B14F-4D97-AF65-F5344CB8AC3E}">
        <p14:creationId xmlns:p14="http://schemas.microsoft.com/office/powerpoint/2010/main" val="23131559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19782-E27E-46A4-8306-E669C9A0034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BE49999-213D-4714-90E0-D3A0DF1E5EB8}"/>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D09D4D17-2E90-4540-958E-9777CF1ED2C0}"/>
              </a:ext>
            </a:extLst>
          </p:cNvPr>
          <p:cNvPicPr>
            <a:picLocks noChangeAspect="1"/>
          </p:cNvPicPr>
          <p:nvPr/>
        </p:nvPicPr>
        <p:blipFill rotWithShape="1">
          <a:blip r:embed="rId3"/>
          <a:srcRect l="6876" t="17550" r="42619" b="18970"/>
          <a:stretch/>
        </p:blipFill>
        <p:spPr>
          <a:xfrm>
            <a:off x="838200" y="537029"/>
            <a:ext cx="9307286" cy="5455657"/>
          </a:xfrm>
          <a:prstGeom prst="rect">
            <a:avLst/>
          </a:prstGeom>
        </p:spPr>
      </p:pic>
    </p:spTree>
    <p:extLst>
      <p:ext uri="{BB962C8B-B14F-4D97-AF65-F5344CB8AC3E}">
        <p14:creationId xmlns:p14="http://schemas.microsoft.com/office/powerpoint/2010/main" val="8435418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0B73D-9107-417E-AD9C-6BEAB3474A7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546ECE5-EE7A-401B-BD36-250C28D984E1}"/>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DF92DF18-0B13-4A03-87F7-96D494FDE158}"/>
              </a:ext>
            </a:extLst>
          </p:cNvPr>
          <p:cNvPicPr>
            <a:picLocks noChangeAspect="1"/>
          </p:cNvPicPr>
          <p:nvPr/>
        </p:nvPicPr>
        <p:blipFill rotWithShape="1">
          <a:blip r:embed="rId2"/>
          <a:srcRect l="6875" t="17974" r="45238" b="21468"/>
          <a:stretch/>
        </p:blipFill>
        <p:spPr>
          <a:xfrm>
            <a:off x="126998" y="1233713"/>
            <a:ext cx="11557000" cy="4943249"/>
          </a:xfrm>
          <a:prstGeom prst="rect">
            <a:avLst/>
          </a:prstGeom>
        </p:spPr>
      </p:pic>
    </p:spTree>
    <p:extLst>
      <p:ext uri="{BB962C8B-B14F-4D97-AF65-F5344CB8AC3E}">
        <p14:creationId xmlns:p14="http://schemas.microsoft.com/office/powerpoint/2010/main" val="419021312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FB91F6-55D2-46D4-8E83-5B8504612AA8}"/>
              </a:ext>
            </a:extLst>
          </p:cNvPr>
          <p:cNvSpPr>
            <a:spLocks noGrp="1"/>
          </p:cNvSpPr>
          <p:nvPr>
            <p:ph idx="1"/>
          </p:nvPr>
        </p:nvSpPr>
        <p:spPr>
          <a:xfrm>
            <a:off x="838200" y="217714"/>
            <a:ext cx="11034486" cy="5959249"/>
          </a:xfrm>
        </p:spPr>
        <p:txBody>
          <a:bodyPr>
            <a:noAutofit/>
          </a:bodyPr>
          <a:lstStyle/>
          <a:p>
            <a:r>
              <a:rPr lang="en-US" sz="2400" dirty="0">
                <a:latin typeface="Times New Roman" panose="02020603050405020304" pitchFamily="18" charset="0"/>
                <a:cs typeface="Times New Roman" panose="02020603050405020304" pitchFamily="18" charset="0"/>
              </a:rPr>
              <a:t>Named Entity Recognition is one of the key entity detection methods in NLP.</a:t>
            </a:r>
          </a:p>
          <a:p>
            <a:pPr marL="0" indent="0">
              <a:buNone/>
            </a:pPr>
            <a:endParaRPr lang="en-US" sz="2400" dirty="0"/>
          </a:p>
          <a:p>
            <a:pPr algn="just">
              <a:lnSpc>
                <a:spcPct val="120000"/>
              </a:lnSpc>
            </a:pPr>
            <a:r>
              <a:rPr lang="en-US" sz="2400" dirty="0">
                <a:latin typeface="Times New Roman" panose="02020603050405020304" pitchFamily="18" charset="0"/>
                <a:cs typeface="Times New Roman" panose="02020603050405020304" pitchFamily="18" charset="0"/>
              </a:rPr>
              <a:t>Named entity recognition is a natural language processing technique that can automatically scan entire articles and pull out some fundamental entities in a text and classify them into predefined categories. Entities may be,</a:t>
            </a:r>
          </a:p>
          <a:p>
            <a:pPr lvl="1"/>
            <a:r>
              <a:rPr lang="en-US" dirty="0"/>
              <a:t>Organizations,</a:t>
            </a:r>
          </a:p>
          <a:p>
            <a:pPr lvl="1"/>
            <a:r>
              <a:rPr lang="en-US" dirty="0"/>
              <a:t>Quantities,</a:t>
            </a:r>
          </a:p>
          <a:p>
            <a:pPr lvl="1"/>
            <a:r>
              <a:rPr lang="en-US" dirty="0"/>
              <a:t>Monetary values,</a:t>
            </a:r>
          </a:p>
          <a:p>
            <a:pPr lvl="1"/>
            <a:r>
              <a:rPr lang="en-US" dirty="0"/>
              <a:t>Percentages, and more.</a:t>
            </a:r>
          </a:p>
          <a:p>
            <a:pPr lvl="1"/>
            <a:r>
              <a:rPr lang="en-US" dirty="0"/>
              <a:t>People’s names</a:t>
            </a:r>
          </a:p>
          <a:p>
            <a:pPr lvl="1"/>
            <a:r>
              <a:rPr lang="en-US" dirty="0"/>
              <a:t>Company names</a:t>
            </a:r>
          </a:p>
          <a:p>
            <a:pPr lvl="1"/>
            <a:r>
              <a:rPr lang="en-US" dirty="0"/>
              <a:t>Geographic locations (Both physical and political)</a:t>
            </a:r>
          </a:p>
          <a:p>
            <a:pPr lvl="1"/>
            <a:r>
              <a:rPr lang="en-US" dirty="0"/>
              <a:t>Product names</a:t>
            </a:r>
          </a:p>
          <a:p>
            <a:pPr lvl="1"/>
            <a:r>
              <a:rPr lang="en-US" dirty="0"/>
              <a:t>Dates and times</a:t>
            </a:r>
          </a:p>
          <a:p>
            <a:pPr lvl="1"/>
            <a:r>
              <a:rPr lang="en-US" dirty="0"/>
              <a:t>Amounts of money</a:t>
            </a:r>
          </a:p>
          <a:p>
            <a:pPr lvl="1"/>
            <a:r>
              <a:rPr lang="en-US" dirty="0"/>
              <a:t>Names of events</a:t>
            </a:r>
          </a:p>
          <a:p>
            <a:endParaRPr lang="en-IN" sz="2400" dirty="0"/>
          </a:p>
        </p:txBody>
      </p:sp>
    </p:spTree>
    <p:extLst>
      <p:ext uri="{BB962C8B-B14F-4D97-AF65-F5344CB8AC3E}">
        <p14:creationId xmlns:p14="http://schemas.microsoft.com/office/powerpoint/2010/main" val="109945474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4AEBA16-EA34-44FA-99B7-4FAA81124797}"/>
              </a:ext>
            </a:extLst>
          </p:cNvPr>
          <p:cNvSpPr>
            <a:spLocks noGrp="1"/>
          </p:cNvSpPr>
          <p:nvPr>
            <p:ph idx="1"/>
          </p:nvPr>
        </p:nvSpPr>
        <p:spPr>
          <a:xfrm>
            <a:off x="838200" y="577397"/>
            <a:ext cx="10515600" cy="4351338"/>
          </a:xfrm>
        </p:spPr>
        <p:txBody>
          <a:bodyPr/>
          <a:lstStyle/>
          <a:p>
            <a:pPr algn="l"/>
            <a:r>
              <a:rPr lang="en-US" b="0" i="0" dirty="0">
                <a:solidFill>
                  <a:srgbClr val="222222"/>
                </a:solidFill>
                <a:effectLst/>
                <a:latin typeface="Lato"/>
              </a:rPr>
              <a:t>In simple words, Named Entity Recognition is the process of detecting the named entities such as person names, location names, company names, </a:t>
            </a:r>
            <a:r>
              <a:rPr lang="en-US" b="0" i="0" dirty="0" err="1">
                <a:solidFill>
                  <a:srgbClr val="222222"/>
                </a:solidFill>
                <a:effectLst/>
                <a:latin typeface="Lato"/>
              </a:rPr>
              <a:t>etc</a:t>
            </a:r>
            <a:r>
              <a:rPr lang="en-US" b="0" i="0" dirty="0">
                <a:solidFill>
                  <a:srgbClr val="222222"/>
                </a:solidFill>
                <a:effectLst/>
                <a:latin typeface="Lato"/>
              </a:rPr>
              <a:t> from the text.</a:t>
            </a:r>
          </a:p>
          <a:p>
            <a:pPr algn="l"/>
            <a:r>
              <a:rPr lang="en-US" b="0" i="0" dirty="0">
                <a:solidFill>
                  <a:srgbClr val="222222"/>
                </a:solidFill>
                <a:effectLst/>
                <a:latin typeface="Lato"/>
              </a:rPr>
              <a:t>It is also known as entity identification or entity extraction or entity chunking.</a:t>
            </a:r>
          </a:p>
          <a:p>
            <a:pPr algn="l"/>
            <a:r>
              <a:rPr lang="en-US" b="0" i="0" dirty="0">
                <a:solidFill>
                  <a:srgbClr val="222222"/>
                </a:solidFill>
                <a:effectLst/>
                <a:latin typeface="Lato"/>
              </a:rPr>
              <a:t>With the help of named entity recognition, we can extract key information to understand the text, or merely use it to extract important information to store in a database.</a:t>
            </a:r>
          </a:p>
          <a:p>
            <a:pPr marL="0" indent="0">
              <a:buNone/>
            </a:pPr>
            <a:endParaRPr lang="en-IN" dirty="0"/>
          </a:p>
        </p:txBody>
      </p:sp>
      <p:pic>
        <p:nvPicPr>
          <p:cNvPr id="5" name="Picture 4">
            <a:extLst>
              <a:ext uri="{FF2B5EF4-FFF2-40B4-BE49-F238E27FC236}">
                <a16:creationId xmlns:a16="http://schemas.microsoft.com/office/drawing/2014/main" id="{104E0B36-AFBE-4EBA-A31E-6E2E919F5C1E}"/>
              </a:ext>
            </a:extLst>
          </p:cNvPr>
          <p:cNvPicPr>
            <a:picLocks noChangeAspect="1"/>
          </p:cNvPicPr>
          <p:nvPr/>
        </p:nvPicPr>
        <p:blipFill>
          <a:blip r:embed="rId2"/>
          <a:stretch>
            <a:fillRect/>
          </a:stretch>
        </p:blipFill>
        <p:spPr>
          <a:xfrm>
            <a:off x="289143" y="4749350"/>
            <a:ext cx="11332038" cy="1836000"/>
          </a:xfrm>
          <a:prstGeom prst="rect">
            <a:avLst/>
          </a:prstGeom>
        </p:spPr>
      </p:pic>
    </p:spTree>
    <p:extLst>
      <p:ext uri="{BB962C8B-B14F-4D97-AF65-F5344CB8AC3E}">
        <p14:creationId xmlns:p14="http://schemas.microsoft.com/office/powerpoint/2010/main" val="261291457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6B04D-03DC-46BF-B96E-1B589A5BA62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442FCD9-2E92-43AA-BAAE-6FFD4B43A6B2}"/>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F9671F21-06C2-4C33-8CB9-E5DCE4081588}"/>
              </a:ext>
            </a:extLst>
          </p:cNvPr>
          <p:cNvPicPr>
            <a:picLocks noChangeAspect="1"/>
          </p:cNvPicPr>
          <p:nvPr/>
        </p:nvPicPr>
        <p:blipFill rotWithShape="1">
          <a:blip r:embed="rId2"/>
          <a:srcRect l="10833" t="36495" r="10000" b="9936"/>
          <a:stretch/>
        </p:blipFill>
        <p:spPr>
          <a:xfrm>
            <a:off x="130629" y="545558"/>
            <a:ext cx="11923138" cy="4536000"/>
          </a:xfrm>
          <a:prstGeom prst="rect">
            <a:avLst/>
          </a:prstGeom>
        </p:spPr>
      </p:pic>
    </p:spTree>
    <p:extLst>
      <p:ext uri="{BB962C8B-B14F-4D97-AF65-F5344CB8AC3E}">
        <p14:creationId xmlns:p14="http://schemas.microsoft.com/office/powerpoint/2010/main" val="99334175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AE26E-BC44-406F-A1E8-38594493498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930DCAA-8719-4935-B781-FB57FB18EEB3}"/>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64CFE61B-D6EE-4325-8771-3960D2E38041}"/>
              </a:ext>
            </a:extLst>
          </p:cNvPr>
          <p:cNvPicPr>
            <a:picLocks noChangeAspect="1"/>
          </p:cNvPicPr>
          <p:nvPr/>
        </p:nvPicPr>
        <p:blipFill rotWithShape="1">
          <a:blip r:embed="rId2"/>
          <a:srcRect l="11905" t="19709" r="10000" b="37307"/>
          <a:stretch/>
        </p:blipFill>
        <p:spPr>
          <a:xfrm>
            <a:off x="135229" y="1657925"/>
            <a:ext cx="11982504" cy="3708000"/>
          </a:xfrm>
          <a:prstGeom prst="rect">
            <a:avLst/>
          </a:prstGeom>
        </p:spPr>
      </p:pic>
    </p:spTree>
    <p:extLst>
      <p:ext uri="{BB962C8B-B14F-4D97-AF65-F5344CB8AC3E}">
        <p14:creationId xmlns:p14="http://schemas.microsoft.com/office/powerpoint/2010/main" val="215224014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12977-CD19-4807-BC3D-5469B96F852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7C1A3A4-C65B-41D7-BF3E-4980CC017F43}"/>
              </a:ext>
            </a:extLst>
          </p:cNvPr>
          <p:cNvSpPr>
            <a:spLocks noGrp="1"/>
          </p:cNvSpPr>
          <p:nvPr>
            <p:ph idx="1"/>
          </p:nvPr>
        </p:nvSpPr>
        <p:spPr/>
        <p:txBody>
          <a:bodyPr/>
          <a:lstStyle/>
          <a:p>
            <a:r>
              <a:rPr lang="en-US" dirty="0"/>
              <a:t>Speech recognition enable the recognition and translation of spoken language into text by computers with the main benefit of searchability. </a:t>
            </a:r>
          </a:p>
          <a:p>
            <a:r>
              <a:rPr lang="en-US" dirty="0"/>
              <a:t>It is also known as automatic speech recognition (ASR), computer speech recognition or speech to text (STT). </a:t>
            </a:r>
          </a:p>
          <a:p>
            <a:r>
              <a:rPr lang="en-US" dirty="0"/>
              <a:t>It incorporates knowledge and research in the computer science, linguistics and computer engineering fields. </a:t>
            </a:r>
          </a:p>
          <a:p>
            <a:r>
              <a:rPr lang="en-US" dirty="0"/>
              <a:t>The reverse process is speech synthesis.</a:t>
            </a:r>
            <a:endParaRPr lang="en-IN" dirty="0"/>
          </a:p>
        </p:txBody>
      </p:sp>
    </p:spTree>
    <p:extLst>
      <p:ext uri="{BB962C8B-B14F-4D97-AF65-F5344CB8AC3E}">
        <p14:creationId xmlns:p14="http://schemas.microsoft.com/office/powerpoint/2010/main" val="60389418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A70EF-C8FB-4641-8DD0-753056898BD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56492C2-5403-434E-89C8-2769DD64B44A}"/>
              </a:ext>
            </a:extLst>
          </p:cNvPr>
          <p:cNvSpPr>
            <a:spLocks noGrp="1"/>
          </p:cNvSpPr>
          <p:nvPr>
            <p:ph idx="1"/>
          </p:nvPr>
        </p:nvSpPr>
        <p:spPr/>
        <p:txBody>
          <a:bodyPr/>
          <a:lstStyle/>
          <a:p>
            <a:pPr algn="l"/>
            <a:r>
              <a:rPr lang="en-US" b="1" i="0" dirty="0">
                <a:solidFill>
                  <a:srgbClr val="323232"/>
                </a:solidFill>
                <a:effectLst/>
                <a:latin typeface="Arial" panose="020B0604020202020204" pitchFamily="34" charset="0"/>
              </a:rPr>
              <a:t>What is speech recognition?</a:t>
            </a:r>
          </a:p>
          <a:p>
            <a:pPr algn="l"/>
            <a:r>
              <a:rPr lang="en-US" b="0" i="0" dirty="0">
                <a:effectLst/>
                <a:latin typeface="Times New Roman" panose="02020603050405020304" pitchFamily="18" charset="0"/>
                <a:cs typeface="Times New Roman" panose="02020603050405020304" pitchFamily="18" charset="0"/>
              </a:rPr>
              <a:t>Speech recognition, or speech-to-text, is the ability of a machine or </a:t>
            </a:r>
            <a:r>
              <a:rPr lang="en-US" b="0" i="0" u="sng" dirty="0">
                <a:effectLs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program</a:t>
            </a:r>
            <a:r>
              <a:rPr lang="en-US" b="0" i="0" dirty="0">
                <a:effectLst/>
                <a:latin typeface="Times New Roman" panose="02020603050405020304" pitchFamily="18" charset="0"/>
                <a:cs typeface="Times New Roman" panose="02020603050405020304" pitchFamily="18" charset="0"/>
              </a:rPr>
              <a:t> to identify words spoken aloud and convert them into readable text. </a:t>
            </a:r>
          </a:p>
          <a:p>
            <a:pPr algn="l"/>
            <a:r>
              <a:rPr lang="en-US" b="0" i="0" dirty="0">
                <a:effectLst/>
                <a:latin typeface="Times New Roman" panose="02020603050405020304" pitchFamily="18" charset="0"/>
                <a:cs typeface="Times New Roman" panose="02020603050405020304" pitchFamily="18" charset="0"/>
              </a:rPr>
              <a:t>Rudimentary speech recognition </a:t>
            </a:r>
            <a:r>
              <a:rPr lang="en-US" b="0" i="0" u="sng" dirty="0">
                <a:effectLst/>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software</a:t>
            </a:r>
            <a:r>
              <a:rPr lang="en-US" b="0" i="0" dirty="0">
                <a:effectLst/>
                <a:latin typeface="Times New Roman" panose="02020603050405020304" pitchFamily="18" charset="0"/>
                <a:cs typeface="Times New Roman" panose="02020603050405020304" pitchFamily="18" charset="0"/>
              </a:rPr>
              <a:t> has a limited vocabulary and may only identify words and phrases when spoken clearly. </a:t>
            </a:r>
          </a:p>
          <a:p>
            <a:pPr algn="l"/>
            <a:r>
              <a:rPr lang="en-US" b="0" i="0" dirty="0">
                <a:effectLst/>
                <a:latin typeface="Times New Roman" panose="02020603050405020304" pitchFamily="18" charset="0"/>
                <a:cs typeface="Times New Roman" panose="02020603050405020304" pitchFamily="18" charset="0"/>
              </a:rPr>
              <a:t>More sophisticated software can handle natural speech, different accents and various languages.</a:t>
            </a:r>
          </a:p>
          <a:p>
            <a:endParaRPr lang="en-IN" dirty="0"/>
          </a:p>
        </p:txBody>
      </p:sp>
    </p:spTree>
    <p:extLst>
      <p:ext uri="{BB962C8B-B14F-4D97-AF65-F5344CB8AC3E}">
        <p14:creationId xmlns:p14="http://schemas.microsoft.com/office/powerpoint/2010/main" val="52353266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F8F3E-F07B-46D7-B759-605D76EFC78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0E3431F-7FD0-4573-A91C-43577E57CB39}"/>
              </a:ext>
            </a:extLst>
          </p:cNvPr>
          <p:cNvSpPr>
            <a:spLocks noGrp="1"/>
          </p:cNvSpPr>
          <p:nvPr>
            <p:ph idx="1"/>
          </p:nvPr>
        </p:nvSpPr>
        <p:spPr/>
        <p:txBody>
          <a:bodyPr/>
          <a:lstStyle/>
          <a:p>
            <a:pPr algn="l">
              <a:buFont typeface="Arial" panose="020B0604020202020204" pitchFamily="34" charset="0"/>
              <a:buChar char="•"/>
            </a:pPr>
            <a:r>
              <a:rPr lang="en-US" b="1" i="0" dirty="0">
                <a:solidFill>
                  <a:srgbClr val="666666"/>
                </a:solidFill>
                <a:effectLst/>
                <a:latin typeface="Arial" panose="020B0604020202020204" pitchFamily="34" charset="0"/>
              </a:rPr>
              <a:t>Speech recognition</a:t>
            </a:r>
            <a:r>
              <a:rPr lang="en-US" b="0" i="0" dirty="0">
                <a:solidFill>
                  <a:srgbClr val="666666"/>
                </a:solidFill>
                <a:effectLst/>
                <a:latin typeface="Arial" panose="020B0604020202020204" pitchFamily="34" charset="0"/>
              </a:rPr>
              <a:t> is used to identify words in spoken language.</a:t>
            </a:r>
          </a:p>
          <a:p>
            <a:pPr algn="l">
              <a:buFont typeface="Arial" panose="020B0604020202020204" pitchFamily="34" charset="0"/>
              <a:buChar char="•"/>
            </a:pPr>
            <a:r>
              <a:rPr lang="en-US" b="1" i="0" dirty="0">
                <a:solidFill>
                  <a:srgbClr val="666666"/>
                </a:solidFill>
                <a:effectLst/>
                <a:latin typeface="Arial" panose="020B0604020202020204" pitchFamily="34" charset="0"/>
              </a:rPr>
              <a:t>Voice recognition</a:t>
            </a:r>
            <a:r>
              <a:rPr lang="en-US" b="0" i="0" dirty="0">
                <a:solidFill>
                  <a:srgbClr val="666666"/>
                </a:solidFill>
                <a:effectLst/>
                <a:latin typeface="Arial" panose="020B0604020202020204" pitchFamily="34" charset="0"/>
              </a:rPr>
              <a:t> is a biometric technology for identifying an individual's voice.</a:t>
            </a:r>
          </a:p>
          <a:p>
            <a:endParaRPr lang="en-IN" dirty="0"/>
          </a:p>
        </p:txBody>
      </p:sp>
    </p:spTree>
    <p:extLst>
      <p:ext uri="{BB962C8B-B14F-4D97-AF65-F5344CB8AC3E}">
        <p14:creationId xmlns:p14="http://schemas.microsoft.com/office/powerpoint/2010/main" val="116517248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C9CAF-9EA9-41C7-B8F8-3594D44361D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74865D9-CCB0-4491-A5C5-7F7F8DA29204}"/>
              </a:ext>
            </a:extLst>
          </p:cNvPr>
          <p:cNvSpPr>
            <a:spLocks noGrp="1"/>
          </p:cNvSpPr>
          <p:nvPr>
            <p:ph idx="1"/>
          </p:nvPr>
        </p:nvSpPr>
        <p:spPr/>
        <p:txBody>
          <a:bodyPr>
            <a:normAutofit lnSpcReduction="10000"/>
          </a:bodyPr>
          <a:lstStyle/>
          <a:p>
            <a:r>
              <a:rPr lang="en-US" dirty="0"/>
              <a:t>Speech recognition systems use computer algorithms to process and interpret spoken words and convert them into text. A software program turns the sound a microphone records into written language that computers and humans can understand, following these four steps:</a:t>
            </a:r>
          </a:p>
          <a:p>
            <a:endParaRPr lang="en-US" dirty="0"/>
          </a:p>
          <a:p>
            <a:r>
              <a:rPr lang="en-US" dirty="0"/>
              <a:t>analyze the audio;</a:t>
            </a:r>
          </a:p>
          <a:p>
            <a:r>
              <a:rPr lang="en-US" dirty="0"/>
              <a:t>break it into parts;</a:t>
            </a:r>
          </a:p>
          <a:p>
            <a:r>
              <a:rPr lang="en-US" dirty="0"/>
              <a:t>digitize it into a computer-readable format; and</a:t>
            </a:r>
          </a:p>
          <a:p>
            <a:r>
              <a:rPr lang="en-US" dirty="0"/>
              <a:t>use an algorithm to match it to the most suitable text representation.</a:t>
            </a:r>
            <a:endParaRPr lang="en-IN" dirty="0"/>
          </a:p>
        </p:txBody>
      </p:sp>
    </p:spTree>
    <p:extLst>
      <p:ext uri="{BB962C8B-B14F-4D97-AF65-F5344CB8AC3E}">
        <p14:creationId xmlns:p14="http://schemas.microsoft.com/office/powerpoint/2010/main" val="97435183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D331F-A078-49F6-9BD7-0838DD80EA2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4BA36F4-610D-4EAF-B74B-3AD884B55349}"/>
              </a:ext>
            </a:extLst>
          </p:cNvPr>
          <p:cNvSpPr>
            <a:spLocks noGrp="1"/>
          </p:cNvSpPr>
          <p:nvPr>
            <p:ph idx="1"/>
          </p:nvPr>
        </p:nvSpPr>
        <p:spPr/>
        <p:txBody>
          <a:bodyPr/>
          <a:lstStyle/>
          <a:p>
            <a:r>
              <a:rPr lang="en-US" b="0" i="0" dirty="0">
                <a:solidFill>
                  <a:srgbClr val="6C6C6C"/>
                </a:solidFill>
                <a:effectLst/>
                <a:latin typeface="Arial" panose="020B0604020202020204" pitchFamily="34" charset="0"/>
              </a:rPr>
              <a:t>Speech recognition software must adapt to the highly variable and context-specific nature of human speech. The software algorithms that process and organize audio into text are trained on different speech patterns, speaking styles, languages, dialects, accents and phrasings. The software also separates spoken audio from background noise that often accompanies the signal.</a:t>
            </a:r>
            <a:endParaRPr lang="en-IN" dirty="0"/>
          </a:p>
        </p:txBody>
      </p:sp>
    </p:spTree>
    <p:extLst>
      <p:ext uri="{BB962C8B-B14F-4D97-AF65-F5344CB8AC3E}">
        <p14:creationId xmlns:p14="http://schemas.microsoft.com/office/powerpoint/2010/main" val="324947865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DC7CB-0429-49FC-9723-48804F095BB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5FF8F31-0BB2-4B01-9950-96B8CEB53588}"/>
              </a:ext>
            </a:extLst>
          </p:cNvPr>
          <p:cNvSpPr>
            <a:spLocks noGrp="1"/>
          </p:cNvSpPr>
          <p:nvPr>
            <p:ph idx="1"/>
          </p:nvPr>
        </p:nvSpPr>
        <p:spPr/>
        <p:txBody>
          <a:bodyPr/>
          <a:lstStyle/>
          <a:p>
            <a:pPr marL="0" indent="0" algn="l">
              <a:buNone/>
            </a:pPr>
            <a:r>
              <a:rPr lang="en-US" b="0" i="0" dirty="0">
                <a:solidFill>
                  <a:srgbClr val="6C6C6C"/>
                </a:solidFill>
                <a:effectLst/>
                <a:latin typeface="Arial" panose="020B0604020202020204" pitchFamily="34" charset="0"/>
              </a:rPr>
              <a:t>To meet these requirements, speech recognition systems use two types of models:</a:t>
            </a:r>
          </a:p>
          <a:p>
            <a:pPr algn="l"/>
            <a:endParaRPr lang="en-US" b="0" i="0" dirty="0">
              <a:solidFill>
                <a:srgbClr val="6C6C6C"/>
              </a:solidFill>
              <a:effectLst/>
              <a:latin typeface="Arial" panose="020B0604020202020204" pitchFamily="34" charset="0"/>
            </a:endParaRPr>
          </a:p>
          <a:p>
            <a:pPr algn="l"/>
            <a:r>
              <a:rPr lang="en-US" b="0" i="0" dirty="0">
                <a:solidFill>
                  <a:srgbClr val="6C6C6C"/>
                </a:solidFill>
                <a:effectLst/>
                <a:latin typeface="Arial" panose="020B0604020202020204" pitchFamily="34" charset="0"/>
              </a:rPr>
              <a:t>Acoustic models. These represent the relationship between linguistic units of speech and audio signals.</a:t>
            </a:r>
          </a:p>
          <a:p>
            <a:pPr algn="l"/>
            <a:r>
              <a:rPr lang="en-US" b="0" i="0" dirty="0">
                <a:solidFill>
                  <a:srgbClr val="6C6C6C"/>
                </a:solidFill>
                <a:effectLst/>
                <a:latin typeface="Arial" panose="020B0604020202020204" pitchFamily="34" charset="0"/>
              </a:rPr>
              <a:t>Language models. Here, sounds are matched with word sequences to distinguish between words that sound similar.</a:t>
            </a:r>
            <a:endParaRPr lang="en-IN" dirty="0"/>
          </a:p>
        </p:txBody>
      </p:sp>
    </p:spTree>
    <p:extLst>
      <p:ext uri="{BB962C8B-B14F-4D97-AF65-F5344CB8AC3E}">
        <p14:creationId xmlns:p14="http://schemas.microsoft.com/office/powerpoint/2010/main" val="284638995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01A8F4-C4F8-43FD-88A2-1203A2AAE3C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E19855F-344B-479E-AFCB-738A496B5F1B}"/>
              </a:ext>
            </a:extLst>
          </p:cNvPr>
          <p:cNvSpPr>
            <a:spLocks noGrp="1"/>
          </p:cNvSpPr>
          <p:nvPr>
            <p:ph idx="1"/>
          </p:nvPr>
        </p:nvSpPr>
        <p:spPr/>
        <p:txBody>
          <a:bodyPr/>
          <a:lstStyle/>
          <a:p>
            <a:pPr algn="l"/>
            <a:r>
              <a:rPr lang="en-US" b="0" i="0" dirty="0">
                <a:solidFill>
                  <a:srgbClr val="2C2F34"/>
                </a:solidFill>
                <a:effectLst/>
                <a:latin typeface="-apple-system"/>
              </a:rPr>
              <a:t>What is word boundaries and examples?</a:t>
            </a:r>
          </a:p>
          <a:p>
            <a:pPr algn="l"/>
            <a:r>
              <a:rPr lang="en-US" b="0" i="0" dirty="0">
                <a:solidFill>
                  <a:srgbClr val="2C2F34"/>
                </a:solidFill>
                <a:effectLst/>
                <a:latin typeface="-apple-system"/>
              </a:rPr>
              <a:t>A word boundary is </a:t>
            </a:r>
            <a:r>
              <a:rPr lang="en-US" b="1" i="0" dirty="0">
                <a:solidFill>
                  <a:srgbClr val="2C2F34"/>
                </a:solidFill>
                <a:effectLst/>
                <a:latin typeface="-apple-system"/>
              </a:rPr>
              <a:t>the part or area of a sentence where one word ends and another one begins</a:t>
            </a:r>
            <a:r>
              <a:rPr lang="en-US" b="0" i="0" dirty="0">
                <a:solidFill>
                  <a:srgbClr val="2C2F34"/>
                </a:solidFill>
                <a:effectLst/>
                <a:latin typeface="-apple-system"/>
              </a:rPr>
              <a:t>. The white spaces between words let us know where one word ends and another one begins. Example: John-is-tall.</a:t>
            </a:r>
          </a:p>
          <a:p>
            <a:endParaRPr lang="en-IN" dirty="0"/>
          </a:p>
        </p:txBody>
      </p:sp>
    </p:spTree>
    <p:extLst>
      <p:ext uri="{BB962C8B-B14F-4D97-AF65-F5344CB8AC3E}">
        <p14:creationId xmlns:p14="http://schemas.microsoft.com/office/powerpoint/2010/main" val="30110246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2042</TotalTime>
  <Words>3142</Words>
  <Application>Microsoft Office PowerPoint</Application>
  <PresentationFormat>Widescreen</PresentationFormat>
  <Paragraphs>474</Paragraphs>
  <Slides>77</Slides>
  <Notes>3</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77</vt:i4>
      </vt:variant>
    </vt:vector>
  </HeadingPairs>
  <TitlesOfParts>
    <vt:vector size="91" baseType="lpstr">
      <vt:lpstr>AdvP497E2</vt:lpstr>
      <vt:lpstr>Advp497e3</vt:lpstr>
      <vt:lpstr>-apple-system</vt:lpstr>
      <vt:lpstr>Arial</vt:lpstr>
      <vt:lpstr>Calibri</vt:lpstr>
      <vt:lpstr>Calibri Light</vt:lpstr>
      <vt:lpstr>charter</vt:lpstr>
      <vt:lpstr>Lato</vt:lpstr>
      <vt:lpstr>open sans</vt:lpstr>
      <vt:lpstr>Roboto</vt:lpstr>
      <vt:lpstr>Source Sans Pro</vt:lpstr>
      <vt:lpstr>Times New Roman</vt:lpstr>
      <vt:lpstr>Wingdings 2</vt:lpstr>
      <vt:lpstr>Office Theme</vt:lpstr>
      <vt:lpstr>Morphology fundamentals </vt:lpstr>
      <vt:lpstr>What is Morphology?</vt:lpstr>
      <vt:lpstr>Morphology</vt:lpstr>
      <vt:lpstr>Morphology for NLP</vt:lpstr>
      <vt:lpstr>Morphology</vt:lpstr>
      <vt:lpstr>Morphology</vt:lpstr>
      <vt:lpstr>Morphology</vt:lpstr>
      <vt:lpstr>PowerPoint Presentation</vt:lpstr>
      <vt:lpstr>Morphemes</vt:lpstr>
      <vt:lpstr>Inflection</vt:lpstr>
      <vt:lpstr>Derivation</vt:lpstr>
      <vt:lpstr>PowerPoint Presentation</vt:lpstr>
      <vt:lpstr>PowerPoint Presentation</vt:lpstr>
      <vt:lpstr>PowerPoint Presentation</vt:lpstr>
      <vt:lpstr>Problems in morphological analysis</vt:lpstr>
      <vt:lpstr>Productivity</vt:lpstr>
      <vt:lpstr>Productivity</vt:lpstr>
      <vt:lpstr>MORPHOLOGICAL PRODUCTIVITY</vt:lpstr>
      <vt:lpstr>PowerPoint Presentation</vt:lpstr>
      <vt:lpstr>PowerPoint Presentation</vt:lpstr>
      <vt:lpstr>False analysis</vt:lpstr>
      <vt:lpstr>Bound Base Morphemes</vt:lpstr>
      <vt:lpstr>More on Inflection</vt:lpstr>
      <vt:lpstr>Spelling Rules</vt:lpstr>
      <vt:lpstr>Verbal Inflection</vt:lpstr>
      <vt:lpstr>Morphological Parsing</vt:lpstr>
      <vt:lpstr>Morphological parser</vt:lpstr>
      <vt:lpstr>PowerPoint Presentation</vt:lpstr>
      <vt:lpstr>PowerPoint Presentation</vt:lpstr>
      <vt:lpstr>PowerPoint Presentation</vt:lpstr>
      <vt:lpstr>FSA</vt:lpstr>
      <vt:lpstr>FSA for talking sheep/sheep language/baa+!</vt:lpstr>
      <vt:lpstr>Morphological Recognition</vt:lpstr>
      <vt:lpstr>Morphological Recognition: Nouns</vt:lpstr>
      <vt:lpstr>Adjectives</vt:lpstr>
      <vt:lpstr>PowerPoint Presentation</vt:lpstr>
      <vt:lpstr>PowerPoint Presentation</vt:lpstr>
      <vt:lpstr>Adjectives</vt:lpstr>
      <vt:lpstr>PowerPoint Presentation</vt:lpstr>
      <vt:lpstr>PowerPoint Presentation</vt:lpstr>
      <vt:lpstr>PowerPoint Presentation</vt:lpstr>
      <vt:lpstr>PowerPoint Presentation</vt:lpstr>
      <vt:lpstr>PowerPoint Presentation</vt:lpstr>
      <vt:lpstr>PowerPoint Presentation</vt:lpstr>
      <vt:lpstr>Automatic morphology learning 1</vt:lpstr>
      <vt:lpstr>Automatic morphology learning 2</vt:lpstr>
      <vt:lpstr>Automatic morphology learning 3</vt:lpstr>
      <vt:lpstr>Automatic morphology learning 4</vt:lpstr>
      <vt:lpstr>Parsing</vt:lpstr>
      <vt:lpstr>PowerPoint Presentation</vt:lpstr>
      <vt:lpstr>PowerPoint Presentation</vt:lpstr>
      <vt:lpstr>PowerPoint Presentation</vt:lpstr>
      <vt:lpstr>Phrasal Structures</vt:lpstr>
      <vt:lpstr>PowerPoint Presentation</vt:lpstr>
      <vt:lpstr>PowerPoint Presentation</vt:lpstr>
      <vt:lpstr>PowerPoint Presentation</vt:lpstr>
      <vt:lpstr>PowerPoint Presentation</vt:lpstr>
      <vt:lpstr>Chunking Example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Morphology fundamentals</dc:title>
  <dc:creator>Dipti</dc:creator>
  <cp:lastModifiedBy>Dipti</cp:lastModifiedBy>
  <cp:revision>51</cp:revision>
  <dcterms:created xsi:type="dcterms:W3CDTF">2022-02-13T12:08:15Z</dcterms:created>
  <dcterms:modified xsi:type="dcterms:W3CDTF">2022-05-01T09:54:46Z</dcterms:modified>
</cp:coreProperties>
</file>